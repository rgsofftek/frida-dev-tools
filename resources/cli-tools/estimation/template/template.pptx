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  <p:sldMasterId id="2147483664" r:id="rId5"/>
    <p:sldMasterId id="2147483669" r:id="rId6"/>
  </p:sldMasterIdLst>
  <p:notesMasterIdLst>
    <p:notesMasterId r:id="rId23"/>
  </p:notesMasterIdLst>
  <p:sldIdLst>
    <p:sldId id="2147376085" r:id="rId7"/>
    <p:sldId id="2147376075" r:id="rId8"/>
    <p:sldId id="2147375996" r:id="rId9"/>
    <p:sldId id="2147472219" r:id="rId10"/>
    <p:sldId id="2147472220" r:id="rId11"/>
    <p:sldId id="2147472221" r:id="rId12"/>
    <p:sldId id="2147472222" r:id="rId13"/>
    <p:sldId id="2147472223" r:id="rId14"/>
    <p:sldId id="2147472224" r:id="rId15"/>
    <p:sldId id="2147472225" r:id="rId16"/>
    <p:sldId id="2147472226" r:id="rId17"/>
    <p:sldId id="2147472229" r:id="rId18"/>
    <p:sldId id="2147472230" r:id="rId19"/>
    <p:sldId id="2147472232" r:id="rId20"/>
    <p:sldId id="2147472227" r:id="rId21"/>
    <p:sldId id="2147472228" r:id="rId2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17B376F-584C-6C49-8EBE-AFD1B01DF7F0}">
          <p14:sldIdLst>
            <p14:sldId id="2147376085"/>
            <p14:sldId id="2147376075"/>
            <p14:sldId id="2147375996"/>
            <p14:sldId id="2147472219"/>
            <p14:sldId id="2147472220"/>
            <p14:sldId id="2147472221"/>
          </p14:sldIdLst>
        </p14:section>
        <p14:section name="Methodology" id="{8CC436F5-4F3A-5A48-9F18-85AFC42FE4F8}">
          <p14:sldIdLst>
            <p14:sldId id="2147472222"/>
            <p14:sldId id="2147472223"/>
            <p14:sldId id="2147472224"/>
            <p14:sldId id="2147472225"/>
            <p14:sldId id="2147472226"/>
          </p14:sldIdLst>
        </p14:section>
        <p14:section name="Pricing" id="{FBA015B7-5DF5-C54E-8CF6-9E8546E21022}">
          <p14:sldIdLst>
            <p14:sldId id="2147472229"/>
            <p14:sldId id="2147472230"/>
            <p14:sldId id="2147472232"/>
            <p14:sldId id="2147472227"/>
            <p14:sldId id="21474722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04C"/>
    <a:srgbClr val="C1CBE4"/>
    <a:srgbClr val="1D588D"/>
    <a:srgbClr val="185082"/>
    <a:srgbClr val="0E3256"/>
    <a:srgbClr val="FAFAF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F1E19E-C3CD-F08A-4C45-57720C227A7E}" v="34" dt="2024-11-21T22:25:54.420"/>
    <p1510:client id="{BC946184-0B5D-BA9D-F950-116E0F81B8F3}" v="8" dt="2024-11-21T17:03:53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De La Cruz Rojas" userId="S::andres.cruz@softtek.com::e17b2fb7-6878-4d54-980d-0c38a084f74c" providerId="AD" clId="Web-{BC946184-0B5D-BA9D-F950-116E0F81B8F3}"/>
    <pc:docChg chg="modSld">
      <pc:chgData name="Andres De La Cruz Rojas" userId="S::andres.cruz@softtek.com::e17b2fb7-6878-4d54-980d-0c38a084f74c" providerId="AD" clId="Web-{BC946184-0B5D-BA9D-F950-116E0F81B8F3}" dt="2024-11-21T17:03:51.740" v="5"/>
      <pc:docMkLst>
        <pc:docMk/>
      </pc:docMkLst>
      <pc:sldChg chg="modSp">
        <pc:chgData name="Andres De La Cruz Rojas" userId="S::andres.cruz@softtek.com::e17b2fb7-6878-4d54-980d-0c38a084f74c" providerId="AD" clId="Web-{BC946184-0B5D-BA9D-F950-116E0F81B8F3}" dt="2024-11-21T17:03:51.740" v="5"/>
        <pc:sldMkLst>
          <pc:docMk/>
          <pc:sldMk cId="3511897721" sldId="2147472232"/>
        </pc:sldMkLst>
        <pc:graphicFrameChg chg="mod modGraphic">
          <ac:chgData name="Andres De La Cruz Rojas" userId="S::andres.cruz@softtek.com::e17b2fb7-6878-4d54-980d-0c38a084f74c" providerId="AD" clId="Web-{BC946184-0B5D-BA9D-F950-116E0F81B8F3}" dt="2024-11-21T17:03:51.740" v="5"/>
          <ac:graphicFrameMkLst>
            <pc:docMk/>
            <pc:sldMk cId="3511897721" sldId="2147472232"/>
            <ac:graphicFrameMk id="4" creationId="{634B61DA-F12E-EB66-B968-2DD5A8E9EBA7}"/>
          </ac:graphicFrameMkLst>
        </pc:graphicFrameChg>
      </pc:sldChg>
    </pc:docChg>
  </pc:docChgLst>
  <pc:docChgLst>
    <pc:chgData name="Andres De La Cruz Rojas" userId="e17b2fb7-6878-4d54-980d-0c38a084f74c" providerId="ADAL" clId="{509907CD-9DA1-47B3-BACA-56BBCAD07BCE}"/>
    <pc:docChg chg="undo redo custSel addSld delSld modSld modSection">
      <pc:chgData name="Andres De La Cruz Rojas" userId="e17b2fb7-6878-4d54-980d-0c38a084f74c" providerId="ADAL" clId="{509907CD-9DA1-47B3-BACA-56BBCAD07BCE}" dt="2024-02-15T21:43:22.647" v="58" actId="2696"/>
      <pc:docMkLst>
        <pc:docMk/>
      </pc:docMkLst>
      <pc:sldChg chg="del">
        <pc:chgData name="Andres De La Cruz Rojas" userId="e17b2fb7-6878-4d54-980d-0c38a084f74c" providerId="ADAL" clId="{509907CD-9DA1-47B3-BACA-56BBCAD07BCE}" dt="2024-02-15T21:43:22.647" v="58" actId="2696"/>
        <pc:sldMkLst>
          <pc:docMk/>
          <pc:sldMk cId="555563814" sldId="2147375995"/>
        </pc:sldMkLst>
      </pc:sldChg>
      <pc:sldChg chg="add">
        <pc:chgData name="Andres De La Cruz Rojas" userId="e17b2fb7-6878-4d54-980d-0c38a084f74c" providerId="ADAL" clId="{509907CD-9DA1-47B3-BACA-56BBCAD07BCE}" dt="2024-02-15T21:43:20.607" v="57"/>
        <pc:sldMkLst>
          <pc:docMk/>
          <pc:sldMk cId="2386472461" sldId="2147375996"/>
        </pc:sldMkLst>
      </pc:sldChg>
      <pc:sldChg chg="modSp mod">
        <pc:chgData name="Andres De La Cruz Rojas" userId="e17b2fb7-6878-4d54-980d-0c38a084f74c" providerId="ADAL" clId="{509907CD-9DA1-47B3-BACA-56BBCAD07BCE}" dt="2024-02-15T21:43:11.165" v="56" actId="1037"/>
        <pc:sldMkLst>
          <pc:docMk/>
          <pc:sldMk cId="2555626861" sldId="2147376085"/>
        </pc:sldMkLst>
        <pc:spChg chg="mod">
          <ac:chgData name="Andres De La Cruz Rojas" userId="e17b2fb7-6878-4d54-980d-0c38a084f74c" providerId="ADAL" clId="{509907CD-9DA1-47B3-BACA-56BBCAD07BCE}" dt="2024-02-15T21:43:11.165" v="56" actId="1037"/>
          <ac:spMkLst>
            <pc:docMk/>
            <pc:sldMk cId="2555626861" sldId="2147376085"/>
            <ac:spMk id="2" creationId="{2FD094EF-C0B4-3DE7-A209-79495C079038}"/>
          </ac:spMkLst>
        </pc:spChg>
        <pc:spChg chg="mod">
          <ac:chgData name="Andres De La Cruz Rojas" userId="e17b2fb7-6878-4d54-980d-0c38a084f74c" providerId="ADAL" clId="{509907CD-9DA1-47B3-BACA-56BBCAD07BCE}" dt="2024-02-15T21:42:52.235" v="22" actId="404"/>
          <ac:spMkLst>
            <pc:docMk/>
            <pc:sldMk cId="2555626861" sldId="2147376085"/>
            <ac:spMk id="8" creationId="{4EA15D7A-6026-524B-7229-DAE5AB934A09}"/>
          </ac:spMkLst>
        </pc:spChg>
        <pc:spChg chg="mod">
          <ac:chgData name="Andres De La Cruz Rojas" userId="e17b2fb7-6878-4d54-980d-0c38a084f74c" providerId="ADAL" clId="{509907CD-9DA1-47B3-BACA-56BBCAD07BCE}" dt="2024-02-15T21:42:55.220" v="23" actId="1076"/>
          <ac:spMkLst>
            <pc:docMk/>
            <pc:sldMk cId="2555626861" sldId="2147376085"/>
            <ac:spMk id="11" creationId="{133C0FA0-BB61-28BA-165B-117986EBB8A1}"/>
          </ac:spMkLst>
        </pc:spChg>
        <pc:grpChg chg="mod">
          <ac:chgData name="Andres De La Cruz Rojas" userId="e17b2fb7-6878-4d54-980d-0c38a084f74c" providerId="ADAL" clId="{509907CD-9DA1-47B3-BACA-56BBCAD07BCE}" dt="2024-02-15T21:42:57.663" v="24" actId="1076"/>
          <ac:grpSpMkLst>
            <pc:docMk/>
            <pc:sldMk cId="2555626861" sldId="2147376085"/>
            <ac:grpSpMk id="3" creationId="{39D2B92B-BA55-D2F5-1058-4F16D46A0606}"/>
          </ac:grpSpMkLst>
        </pc:grpChg>
      </pc:sldChg>
      <pc:sldChg chg="modSp mod">
        <pc:chgData name="Andres De La Cruz Rojas" userId="e17b2fb7-6878-4d54-980d-0c38a084f74c" providerId="ADAL" clId="{509907CD-9DA1-47B3-BACA-56BBCAD07BCE}" dt="2024-02-12T21:49:09.485" v="2" actId="20577"/>
        <pc:sldMkLst>
          <pc:docMk/>
          <pc:sldMk cId="3063587373" sldId="2147472229"/>
        </pc:sldMkLst>
        <pc:graphicFrameChg chg="modGraphic">
          <ac:chgData name="Andres De La Cruz Rojas" userId="e17b2fb7-6878-4d54-980d-0c38a084f74c" providerId="ADAL" clId="{509907CD-9DA1-47B3-BACA-56BBCAD07BCE}" dt="2024-02-12T21:49:09.485" v="2" actId="20577"/>
          <ac:graphicFrameMkLst>
            <pc:docMk/>
            <pc:sldMk cId="3063587373" sldId="2147472229"/>
            <ac:graphicFrameMk id="9" creationId="{61742C0A-E0E9-1977-684F-576C0F604D29}"/>
          </ac:graphicFrameMkLst>
        </pc:graphicFrameChg>
      </pc:sldChg>
    </pc:docChg>
  </pc:docChgLst>
  <pc:docChgLst>
    <pc:chgData name="Julio César García Flores" userId="S::julio.garciaf@softtek.com::a69f009a-c5d4-470e-b2ab-f70e76d37401" providerId="AD" clId="Web-{20C03459-5557-2F5D-64D3-870792E2FFF9}"/>
    <pc:docChg chg="modSld">
      <pc:chgData name="Julio César García Flores" userId="S::julio.garciaf@softtek.com::a69f009a-c5d4-470e-b2ab-f70e76d37401" providerId="AD" clId="Web-{20C03459-5557-2F5D-64D3-870792E2FFF9}" dt="2024-09-19T23:19:11.214" v="1"/>
      <pc:docMkLst>
        <pc:docMk/>
      </pc:docMkLst>
      <pc:sldChg chg="modSp">
        <pc:chgData name="Julio César García Flores" userId="S::julio.garciaf@softtek.com::a69f009a-c5d4-470e-b2ab-f70e76d37401" providerId="AD" clId="Web-{20C03459-5557-2F5D-64D3-870792E2FFF9}" dt="2024-09-19T23:19:11.214" v="1"/>
        <pc:sldMkLst>
          <pc:docMk/>
          <pc:sldMk cId="4294778600" sldId="2147472230"/>
        </pc:sldMkLst>
        <pc:graphicFrameChg chg="mod modGraphic">
          <ac:chgData name="Julio César García Flores" userId="S::julio.garciaf@softtek.com::a69f009a-c5d4-470e-b2ab-f70e76d37401" providerId="AD" clId="Web-{20C03459-5557-2F5D-64D3-870792E2FFF9}" dt="2024-09-19T23:19:11.214" v="1"/>
          <ac:graphicFrameMkLst>
            <pc:docMk/>
            <pc:sldMk cId="4294778600" sldId="2147472230"/>
            <ac:graphicFrameMk id="4" creationId="{634B61DA-F12E-EB66-B968-2DD5A8E9EBA7}"/>
          </ac:graphicFrameMkLst>
        </pc:graphicFrameChg>
      </pc:sldChg>
    </pc:docChg>
  </pc:docChgLst>
  <pc:docChgLst>
    <pc:chgData name="Evelyn Yanneth Perez Mier" userId="S::evelyn.perez@softtek.com::c9e6992c-e808-4307-8266-3af6416019f3" providerId="AD" clId="Web-{309F8801-8D66-8B47-80B2-B4AC76ADB60F}"/>
    <pc:docChg chg="sldOrd">
      <pc:chgData name="Evelyn Yanneth Perez Mier" userId="S::evelyn.perez@softtek.com::c9e6992c-e808-4307-8266-3af6416019f3" providerId="AD" clId="Web-{309F8801-8D66-8B47-80B2-B4AC76ADB60F}" dt="2024-07-31T18:37:03.615" v="0"/>
      <pc:docMkLst>
        <pc:docMk/>
      </pc:docMkLst>
      <pc:sldChg chg="ord">
        <pc:chgData name="Evelyn Yanneth Perez Mier" userId="S::evelyn.perez@softtek.com::c9e6992c-e808-4307-8266-3af6416019f3" providerId="AD" clId="Web-{309F8801-8D66-8B47-80B2-B4AC76ADB60F}" dt="2024-07-31T18:37:03.615" v="0"/>
        <pc:sldMkLst>
          <pc:docMk/>
          <pc:sldMk cId="2949460786" sldId="2147376075"/>
        </pc:sldMkLst>
      </pc:sldChg>
    </pc:docChg>
  </pc:docChgLst>
  <pc:docChgLst>
    <pc:chgData name="Andres De La Cruz Rojas" userId="S::andres.cruz@softtek.com::e17b2fb7-6878-4d54-980d-0c38a084f74c" providerId="AD" clId="Web-{A17834A6-B2FB-04E6-3415-3F57ADBD8277}"/>
    <pc:docChg chg="modSld">
      <pc:chgData name="Andres De La Cruz Rojas" userId="S::andres.cruz@softtek.com::e17b2fb7-6878-4d54-980d-0c38a084f74c" providerId="AD" clId="Web-{A17834A6-B2FB-04E6-3415-3F57ADBD8277}" dt="2024-09-27T18:12:00.335" v="0"/>
      <pc:docMkLst>
        <pc:docMk/>
      </pc:docMkLst>
      <pc:sldChg chg="modSp">
        <pc:chgData name="Andres De La Cruz Rojas" userId="S::andres.cruz@softtek.com::e17b2fb7-6878-4d54-980d-0c38a084f74c" providerId="AD" clId="Web-{A17834A6-B2FB-04E6-3415-3F57ADBD8277}" dt="2024-09-27T18:12:00.335" v="0"/>
        <pc:sldMkLst>
          <pc:docMk/>
          <pc:sldMk cId="3063587373" sldId="2147472229"/>
        </pc:sldMkLst>
        <pc:graphicFrameChg chg="modGraphic">
          <ac:chgData name="Andres De La Cruz Rojas" userId="S::andres.cruz@softtek.com::e17b2fb7-6878-4d54-980d-0c38a084f74c" providerId="AD" clId="Web-{A17834A6-B2FB-04E6-3415-3F57ADBD8277}" dt="2024-09-27T18:12:00.335" v="0"/>
          <ac:graphicFrameMkLst>
            <pc:docMk/>
            <pc:sldMk cId="3063587373" sldId="2147472229"/>
            <ac:graphicFrameMk id="4" creationId="{634B61DA-F12E-EB66-B968-2DD5A8E9EBA7}"/>
          </ac:graphicFrameMkLst>
        </pc:graphicFrameChg>
      </pc:sldChg>
    </pc:docChg>
  </pc:docChgLst>
  <pc:docChgLst>
    <pc:chgData name="Andres De La Cruz Rojas" userId="e17b2fb7-6878-4d54-980d-0c38a084f74c" providerId="ADAL" clId="{2D06D8A7-EC55-4885-B51D-7C331206BE8E}"/>
    <pc:docChg chg="modSld">
      <pc:chgData name="Andres De La Cruz Rojas" userId="e17b2fb7-6878-4d54-980d-0c38a084f74c" providerId="ADAL" clId="{2D06D8A7-EC55-4885-B51D-7C331206BE8E}" dt="2024-01-22T16:03:01.714" v="0" actId="14734"/>
      <pc:docMkLst>
        <pc:docMk/>
      </pc:docMkLst>
      <pc:sldChg chg="modSp mod">
        <pc:chgData name="Andres De La Cruz Rojas" userId="e17b2fb7-6878-4d54-980d-0c38a084f74c" providerId="ADAL" clId="{2D06D8A7-EC55-4885-B51D-7C331206BE8E}" dt="2024-01-22T16:03:01.714" v="0" actId="14734"/>
        <pc:sldMkLst>
          <pc:docMk/>
          <pc:sldMk cId="3063587373" sldId="2147472229"/>
        </pc:sldMkLst>
        <pc:graphicFrameChg chg="modGraphic">
          <ac:chgData name="Andres De La Cruz Rojas" userId="e17b2fb7-6878-4d54-980d-0c38a084f74c" providerId="ADAL" clId="{2D06D8A7-EC55-4885-B51D-7C331206BE8E}" dt="2024-01-22T16:03:01.714" v="0" actId="14734"/>
          <ac:graphicFrameMkLst>
            <pc:docMk/>
            <pc:sldMk cId="3063587373" sldId="2147472229"/>
            <ac:graphicFrameMk id="9" creationId="{61742C0A-E0E9-1977-684F-576C0F604D29}"/>
          </ac:graphicFrameMkLst>
        </pc:graphicFrameChg>
      </pc:sldChg>
    </pc:docChg>
  </pc:docChgLst>
  <pc:docChgLst>
    <pc:chgData name="Andres De La Cruz Rojas" userId="S::andres.cruz@softtek.com::e17b2fb7-6878-4d54-980d-0c38a084f74c" providerId="AD" clId="Web-{B0F1E19E-C3CD-F08A-4C45-57720C227A7E}"/>
    <pc:docChg chg="modSld">
      <pc:chgData name="Andres De La Cruz Rojas" userId="S::andres.cruz@softtek.com::e17b2fb7-6878-4d54-980d-0c38a084f74c" providerId="AD" clId="Web-{B0F1E19E-C3CD-F08A-4C45-57720C227A7E}" dt="2024-11-21T22:25:53.029" v="29"/>
      <pc:docMkLst>
        <pc:docMk/>
      </pc:docMkLst>
      <pc:sldChg chg="modSp">
        <pc:chgData name="Andres De La Cruz Rojas" userId="S::andres.cruz@softtek.com::e17b2fb7-6878-4d54-980d-0c38a084f74c" providerId="AD" clId="Web-{B0F1E19E-C3CD-F08A-4C45-57720C227A7E}" dt="2024-11-21T22:25:53.029" v="29"/>
        <pc:sldMkLst>
          <pc:docMk/>
          <pc:sldMk cId="1042432893" sldId="2147472225"/>
        </pc:sldMkLst>
        <pc:graphicFrameChg chg="mod modGraphic">
          <ac:chgData name="Andres De La Cruz Rojas" userId="S::andres.cruz@softtek.com::e17b2fb7-6878-4d54-980d-0c38a084f74c" providerId="AD" clId="Web-{B0F1E19E-C3CD-F08A-4C45-57720C227A7E}" dt="2024-11-21T22:25:53.029" v="29"/>
          <ac:graphicFrameMkLst>
            <pc:docMk/>
            <pc:sldMk cId="1042432893" sldId="2147472225"/>
            <ac:graphicFrameMk id="9" creationId="{61742C0A-E0E9-1977-684F-576C0F604D29}"/>
          </ac:graphicFrameMkLst>
        </pc:graphicFrameChg>
      </pc:sldChg>
    </pc:docChg>
  </pc:docChgLst>
  <pc:docChgLst>
    <pc:chgData name="Andres De La Cruz Rojas" userId="S::andres.cruz@softtek.com::e17b2fb7-6878-4d54-980d-0c38a084f74c" providerId="AD" clId="Web-{47E8AFBB-6FAB-6444-89CA-02A9D8F86E14}"/>
    <pc:docChg chg="modSld">
      <pc:chgData name="Andres De La Cruz Rojas" userId="S::andres.cruz@softtek.com::e17b2fb7-6878-4d54-980d-0c38a084f74c" providerId="AD" clId="Web-{47E8AFBB-6FAB-6444-89CA-02A9D8F86E14}" dt="2024-05-22T23:21:38.806" v="28"/>
      <pc:docMkLst>
        <pc:docMk/>
      </pc:docMkLst>
      <pc:sldChg chg="modSp">
        <pc:chgData name="Andres De La Cruz Rojas" userId="S::andres.cruz@softtek.com::e17b2fb7-6878-4d54-980d-0c38a084f74c" providerId="AD" clId="Web-{47E8AFBB-6FAB-6444-89CA-02A9D8F86E14}" dt="2024-05-22T23:05:35.825" v="1" actId="20577"/>
        <pc:sldMkLst>
          <pc:docMk/>
          <pc:sldMk cId="2555626861" sldId="2147376085"/>
        </pc:sldMkLst>
        <pc:spChg chg="mod">
          <ac:chgData name="Andres De La Cruz Rojas" userId="S::andres.cruz@softtek.com::e17b2fb7-6878-4d54-980d-0c38a084f74c" providerId="AD" clId="Web-{47E8AFBB-6FAB-6444-89CA-02A9D8F86E14}" dt="2024-05-22T23:05:35.825" v="1" actId="20577"/>
          <ac:spMkLst>
            <pc:docMk/>
            <pc:sldMk cId="2555626861" sldId="2147376085"/>
            <ac:spMk id="8" creationId="{4EA15D7A-6026-524B-7229-DAE5AB934A09}"/>
          </ac:spMkLst>
        </pc:spChg>
      </pc:sldChg>
      <pc:sldChg chg="modSp">
        <pc:chgData name="Andres De La Cruz Rojas" userId="S::andres.cruz@softtek.com::e17b2fb7-6878-4d54-980d-0c38a084f74c" providerId="AD" clId="Web-{47E8AFBB-6FAB-6444-89CA-02A9D8F86E14}" dt="2024-05-22T23:21:38.806" v="28"/>
        <pc:sldMkLst>
          <pc:docMk/>
          <pc:sldMk cId="3063587373" sldId="2147472229"/>
        </pc:sldMkLst>
        <pc:graphicFrameChg chg="mod modGraphic">
          <ac:chgData name="Andres De La Cruz Rojas" userId="S::andres.cruz@softtek.com::e17b2fb7-6878-4d54-980d-0c38a084f74c" providerId="AD" clId="Web-{47E8AFBB-6FAB-6444-89CA-02A9D8F86E14}" dt="2024-05-22T23:21:38.806" v="28"/>
          <ac:graphicFrameMkLst>
            <pc:docMk/>
            <pc:sldMk cId="3063587373" sldId="2147472229"/>
            <ac:graphicFrameMk id="4" creationId="{634B61DA-F12E-EB66-B968-2DD5A8E9EBA7}"/>
          </ac:graphicFrameMkLst>
        </pc:graphicFrameChg>
      </pc:sldChg>
      <pc:sldChg chg="modSp">
        <pc:chgData name="Andres De La Cruz Rojas" userId="S::andres.cruz@softtek.com::e17b2fb7-6878-4d54-980d-0c38a084f74c" providerId="AD" clId="Web-{47E8AFBB-6FAB-6444-89CA-02A9D8F86E14}" dt="2024-05-22T23:06:20.967" v="20"/>
        <pc:sldMkLst>
          <pc:docMk/>
          <pc:sldMk cId="4294778600" sldId="2147472230"/>
        </pc:sldMkLst>
        <pc:graphicFrameChg chg="mod modGraphic">
          <ac:chgData name="Andres De La Cruz Rojas" userId="S::andres.cruz@softtek.com::e17b2fb7-6878-4d54-980d-0c38a084f74c" providerId="AD" clId="Web-{47E8AFBB-6FAB-6444-89CA-02A9D8F86E14}" dt="2024-05-22T23:06:20.967" v="20"/>
          <ac:graphicFrameMkLst>
            <pc:docMk/>
            <pc:sldMk cId="4294778600" sldId="2147472230"/>
            <ac:graphicFrameMk id="4" creationId="{634B61DA-F12E-EB66-B968-2DD5A8E9EBA7}"/>
          </ac:graphicFrameMkLst>
        </pc:graphicFrameChg>
      </pc:sldChg>
      <pc:sldChg chg="modSp">
        <pc:chgData name="Andres De La Cruz Rojas" userId="S::andres.cruz@softtek.com::e17b2fb7-6878-4d54-980d-0c38a084f74c" providerId="AD" clId="Web-{47E8AFBB-6FAB-6444-89CA-02A9D8F86E14}" dt="2024-05-22T23:05:46.763" v="7"/>
        <pc:sldMkLst>
          <pc:docMk/>
          <pc:sldMk cId="3511897721" sldId="2147472232"/>
        </pc:sldMkLst>
        <pc:graphicFrameChg chg="mod modGraphic">
          <ac:chgData name="Andres De La Cruz Rojas" userId="S::andres.cruz@softtek.com::e17b2fb7-6878-4d54-980d-0c38a084f74c" providerId="AD" clId="Web-{47E8AFBB-6FAB-6444-89CA-02A9D8F86E14}" dt="2024-05-22T23:05:46.763" v="7"/>
          <ac:graphicFrameMkLst>
            <pc:docMk/>
            <pc:sldMk cId="3511897721" sldId="2147472232"/>
            <ac:graphicFrameMk id="4" creationId="{634B61DA-F12E-EB66-B968-2DD5A8E9EBA7}"/>
          </ac:graphicFrameMkLst>
        </pc:graphicFrameChg>
      </pc:sldChg>
    </pc:docChg>
  </pc:docChgLst>
  <pc:docChgLst>
    <pc:chgData name="Andres De La Cruz Rojas" userId="S::andres.cruz@softtek.com::e17b2fb7-6878-4d54-980d-0c38a084f74c" providerId="AD" clId="Web-{9218F5DE-82D3-A50A-CF7A-139D35A25C82}"/>
    <pc:docChg chg="modSld">
      <pc:chgData name="Andres De La Cruz Rojas" userId="S::andres.cruz@softtek.com::e17b2fb7-6878-4d54-980d-0c38a084f74c" providerId="AD" clId="Web-{9218F5DE-82D3-A50A-CF7A-139D35A25C82}" dt="2024-07-31T17:30:07.194" v="39" actId="1076"/>
      <pc:docMkLst>
        <pc:docMk/>
      </pc:docMkLst>
      <pc:sldChg chg="modSp">
        <pc:chgData name="Andres De La Cruz Rojas" userId="S::andres.cruz@softtek.com::e17b2fb7-6878-4d54-980d-0c38a084f74c" providerId="AD" clId="Web-{9218F5DE-82D3-A50A-CF7A-139D35A25C82}" dt="2024-07-31T17:29:37.896" v="19" actId="20577"/>
        <pc:sldMkLst>
          <pc:docMk/>
          <pc:sldMk cId="2386472461" sldId="2147375996"/>
        </pc:sldMkLst>
        <pc:spChg chg="mod">
          <ac:chgData name="Andres De La Cruz Rojas" userId="S::andres.cruz@softtek.com::e17b2fb7-6878-4d54-980d-0c38a084f74c" providerId="AD" clId="Web-{9218F5DE-82D3-A50A-CF7A-139D35A25C82}" dt="2024-07-31T17:29:37.896" v="19" actId="20577"/>
          <ac:spMkLst>
            <pc:docMk/>
            <pc:sldMk cId="2386472461" sldId="2147375996"/>
            <ac:spMk id="53" creationId="{10A134CA-1743-4336-9CAF-2EE6B56F134B}"/>
          </ac:spMkLst>
        </pc:spChg>
      </pc:sldChg>
      <pc:sldChg chg="modSp">
        <pc:chgData name="Andres De La Cruz Rojas" userId="S::andres.cruz@softtek.com::e17b2fb7-6878-4d54-980d-0c38a084f74c" providerId="AD" clId="Web-{9218F5DE-82D3-A50A-CF7A-139D35A25C82}" dt="2024-07-31T17:30:07.194" v="39" actId="1076"/>
        <pc:sldMkLst>
          <pc:docMk/>
          <pc:sldMk cId="2555626861" sldId="2147376085"/>
        </pc:sldMkLst>
        <pc:spChg chg="mod">
          <ac:chgData name="Andres De La Cruz Rojas" userId="S::andres.cruz@softtek.com::e17b2fb7-6878-4d54-980d-0c38a084f74c" providerId="AD" clId="Web-{9218F5DE-82D3-A50A-CF7A-139D35A25C82}" dt="2024-07-31T17:30:07.194" v="39" actId="1076"/>
          <ac:spMkLst>
            <pc:docMk/>
            <pc:sldMk cId="2555626861" sldId="2147376085"/>
            <ac:spMk id="8" creationId="{4EA15D7A-6026-524B-7229-DAE5AB934A09}"/>
          </ac:spMkLst>
        </pc:spChg>
      </pc:sldChg>
    </pc:docChg>
  </pc:docChgLst>
  <pc:docChgLst>
    <pc:chgData name="Andres De La Cruz Rojas" userId="S::andres.cruz@softtek.com::e17b2fb7-6878-4d54-980d-0c38a084f74c" providerId="AD" clId="Web-{162A0ED2-9BA1-9F06-C1EF-454B442E0472}"/>
    <pc:docChg chg="modSld">
      <pc:chgData name="Andres De La Cruz Rojas" userId="S::andres.cruz@softtek.com::e17b2fb7-6878-4d54-980d-0c38a084f74c" providerId="AD" clId="Web-{162A0ED2-9BA1-9F06-C1EF-454B442E0472}" dt="2024-06-19T15:10:16.076" v="0" actId="14100"/>
      <pc:docMkLst>
        <pc:docMk/>
      </pc:docMkLst>
      <pc:sldChg chg="modSp">
        <pc:chgData name="Andres De La Cruz Rojas" userId="S::andres.cruz@softtek.com::e17b2fb7-6878-4d54-980d-0c38a084f74c" providerId="AD" clId="Web-{162A0ED2-9BA1-9F06-C1EF-454B442E0472}" dt="2024-06-19T15:10:16.076" v="0" actId="14100"/>
        <pc:sldMkLst>
          <pc:docMk/>
          <pc:sldMk cId="2555626861" sldId="2147376085"/>
        </pc:sldMkLst>
        <pc:spChg chg="mod">
          <ac:chgData name="Andres De La Cruz Rojas" userId="S::andres.cruz@softtek.com::e17b2fb7-6878-4d54-980d-0c38a084f74c" providerId="AD" clId="Web-{162A0ED2-9BA1-9F06-C1EF-454B442E0472}" dt="2024-06-19T15:10:16.076" v="0" actId="14100"/>
          <ac:spMkLst>
            <pc:docMk/>
            <pc:sldMk cId="2555626861" sldId="2147376085"/>
            <ac:spMk id="2" creationId="{2FD094EF-C0B4-3DE7-A209-79495C079038}"/>
          </ac:spMkLst>
        </pc:spChg>
      </pc:sldChg>
    </pc:docChg>
  </pc:docChgLst>
  <pc:docChgLst>
    <pc:chgData name="Andres De La Cruz Rojas" userId="S::andres.cruz@softtek.com::e17b2fb7-6878-4d54-980d-0c38a084f74c" providerId="AD" clId="Web-{D587CE5D-2FE0-4FE0-3EBA-B32431F1DED5}"/>
    <pc:docChg chg="modSld">
      <pc:chgData name="Andres De La Cruz Rojas" userId="S::andres.cruz@softtek.com::e17b2fb7-6878-4d54-980d-0c38a084f74c" providerId="AD" clId="Web-{D587CE5D-2FE0-4FE0-3EBA-B32431F1DED5}" dt="2024-07-19T16:01:07.340" v="42" actId="20577"/>
      <pc:docMkLst>
        <pc:docMk/>
      </pc:docMkLst>
      <pc:sldChg chg="modSp">
        <pc:chgData name="Andres De La Cruz Rojas" userId="S::andres.cruz@softtek.com::e17b2fb7-6878-4d54-980d-0c38a084f74c" providerId="AD" clId="Web-{D587CE5D-2FE0-4FE0-3EBA-B32431F1DED5}" dt="2024-07-19T16:01:07.340" v="42" actId="20577"/>
        <pc:sldMkLst>
          <pc:docMk/>
          <pc:sldMk cId="2555626861" sldId="2147376085"/>
        </pc:sldMkLst>
        <pc:spChg chg="mod">
          <ac:chgData name="Andres De La Cruz Rojas" userId="S::andres.cruz@softtek.com::e17b2fb7-6878-4d54-980d-0c38a084f74c" providerId="AD" clId="Web-{D587CE5D-2FE0-4FE0-3EBA-B32431F1DED5}" dt="2024-07-19T15:58:45.537" v="36" actId="20577"/>
          <ac:spMkLst>
            <pc:docMk/>
            <pc:sldMk cId="2555626861" sldId="2147376085"/>
            <ac:spMk id="8" creationId="{4EA15D7A-6026-524B-7229-DAE5AB934A09}"/>
          </ac:spMkLst>
        </pc:spChg>
        <pc:spChg chg="mod">
          <ac:chgData name="Andres De La Cruz Rojas" userId="S::andres.cruz@softtek.com::e17b2fb7-6878-4d54-980d-0c38a084f74c" providerId="AD" clId="Web-{D587CE5D-2FE0-4FE0-3EBA-B32431F1DED5}" dt="2024-07-19T16:01:07.340" v="42" actId="20577"/>
          <ac:spMkLst>
            <pc:docMk/>
            <pc:sldMk cId="2555626861" sldId="2147376085"/>
            <ac:spMk id="11" creationId="{133C0FA0-BB61-28BA-165B-117986EBB8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6FD5D-9354-2642-848E-1FB4F703D570}" type="datetimeFigureOut">
              <a:rPr lang="es-ES_tradnl" smtClean="0"/>
              <a:t>06/04/2026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81D4-421C-FE4E-A742-6181B6332A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39928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87451-2131-C44C-B191-FF867C32EF5E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96752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7096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3107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52313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0696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07733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26992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8635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63481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27323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7729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7905-222B-EC48-A183-F6467E19AA2B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59887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40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3F359A-2D0C-F3A2-F2C7-24A2AA54AF0C}"/>
              </a:ext>
            </a:extLst>
          </p:cNvPr>
          <p:cNvSpPr/>
          <p:nvPr userDrawn="1"/>
        </p:nvSpPr>
        <p:spPr>
          <a:xfrm>
            <a:off x="0" y="0"/>
            <a:ext cx="12192000" cy="1041400"/>
          </a:xfrm>
          <a:prstGeom prst="rect">
            <a:avLst/>
          </a:prstGeom>
          <a:gradFill flip="none" rotWithShape="1">
            <a:gsLst>
              <a:gs pos="100000">
                <a:srgbClr val="2C527D"/>
              </a:gs>
              <a:gs pos="14000">
                <a:srgbClr val="12304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285;p42">
            <a:extLst>
              <a:ext uri="{FF2B5EF4-FFF2-40B4-BE49-F238E27FC236}">
                <a16:creationId xmlns:a16="http://schemas.microsoft.com/office/drawing/2014/main" id="{38286098-64F4-3FF6-017D-E8ABAA4B92A1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" y="403851"/>
            <a:ext cx="0" cy="253829"/>
          </a:xfrm>
          <a:prstGeom prst="straightConnector1">
            <a:avLst/>
          </a:prstGeom>
          <a:ln w="57150" cap="rnd">
            <a:solidFill>
              <a:schemeClr val="bg1"/>
            </a:solidFill>
            <a:prstDash val="sysDot"/>
            <a:headEnd type="none" w="med" len="med"/>
            <a:tailEnd type="non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F9F486B-233F-44C4-7826-1D66AE2FA931}"/>
              </a:ext>
            </a:extLst>
          </p:cNvPr>
          <p:cNvSpPr/>
          <p:nvPr userDrawn="1"/>
        </p:nvSpPr>
        <p:spPr>
          <a:xfrm>
            <a:off x="7239896" y="6373520"/>
            <a:ext cx="4240905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9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unito" pitchFamily="2" charset="77"/>
                <a:ea typeface="+mn-ea"/>
                <a:cs typeface="Arial" panose="020B0604020202020204" pitchFamily="34" charset="0"/>
              </a:rPr>
              <a:t>All rights reserved © Valores Corporativos Softtek S.A. de C.V. 2023</a:t>
            </a:r>
            <a:endParaRPr kumimoji="0" lang="es-419" sz="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Nunito" pitchFamily="2" charset="77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1D5607-D354-6661-21E3-760AB648EC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1323900"/>
            <a:ext cx="10871201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2000">
                <a:latin typeface="Nunito" pitchFamily="2" charset="77"/>
              </a:defRPr>
            </a:lvl1pPr>
            <a:lvl2pPr marL="457200" indent="0">
              <a:lnSpc>
                <a:spcPct val="130000"/>
              </a:lnSpc>
              <a:buNone/>
              <a:defRPr sz="2000">
                <a:latin typeface="Nunito" pitchFamily="2" charset="77"/>
              </a:defRPr>
            </a:lvl2pPr>
            <a:lvl3pPr marL="914400" indent="0">
              <a:lnSpc>
                <a:spcPct val="130000"/>
              </a:lnSpc>
              <a:buNone/>
              <a:defRPr sz="2000">
                <a:latin typeface="Nunito" pitchFamily="2" charset="77"/>
              </a:defRPr>
            </a:lvl3pPr>
            <a:lvl4pPr marL="1371600" indent="0">
              <a:lnSpc>
                <a:spcPct val="130000"/>
              </a:lnSpc>
              <a:buNone/>
              <a:defRPr sz="2000">
                <a:latin typeface="Nunito" pitchFamily="2" charset="77"/>
              </a:defRPr>
            </a:lvl4pPr>
            <a:lvl5pPr marL="1828800" indent="0">
              <a:lnSpc>
                <a:spcPct val="130000"/>
              </a:lnSpc>
              <a:buNone/>
              <a:defRPr sz="2000">
                <a:latin typeface="Nunito" pitchFamily="2" charset="77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9B0870-99EB-051E-409C-230E3A971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500" y="300602"/>
            <a:ext cx="7823648" cy="49497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300" b="1">
                <a:solidFill>
                  <a:schemeClr val="bg1"/>
                </a:solidFill>
                <a:latin typeface="Nunito" pitchFamily="2" charset="77"/>
              </a:defRPr>
            </a:lvl1pPr>
            <a:lvl2pPr>
              <a:defRPr sz="3300" b="1">
                <a:solidFill>
                  <a:schemeClr val="bg1"/>
                </a:solidFill>
                <a:latin typeface="Nunito" pitchFamily="2" charset="77"/>
              </a:defRPr>
            </a:lvl2pPr>
            <a:lvl3pPr>
              <a:defRPr sz="3300" b="1">
                <a:solidFill>
                  <a:schemeClr val="bg1"/>
                </a:solidFill>
                <a:latin typeface="Nunito" pitchFamily="2" charset="77"/>
              </a:defRPr>
            </a:lvl3pPr>
            <a:lvl4pPr>
              <a:defRPr sz="3300" b="1">
                <a:solidFill>
                  <a:schemeClr val="bg1"/>
                </a:solidFill>
                <a:latin typeface="Nunito" pitchFamily="2" charset="77"/>
              </a:defRPr>
            </a:lvl4pPr>
            <a:lvl5pPr>
              <a:defRPr sz="3300" b="1">
                <a:solidFill>
                  <a:schemeClr val="bg1"/>
                </a:solidFill>
                <a:latin typeface="Nunito" pitchFamily="2" charset="77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E6BBE2-B836-3FBC-37F9-55676FD18FBB}"/>
              </a:ext>
            </a:extLst>
          </p:cNvPr>
          <p:cNvGrpSpPr/>
          <p:nvPr userDrawn="1"/>
        </p:nvGrpSpPr>
        <p:grpSpPr>
          <a:xfrm>
            <a:off x="10058130" y="315536"/>
            <a:ext cx="1422671" cy="456000"/>
            <a:chOff x="10058130" y="315536"/>
            <a:chExt cx="1422671" cy="456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28B060-2036-BC1A-DB4B-4DA8E3F900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" r="722"/>
            <a:stretch/>
          </p:blipFill>
          <p:spPr>
            <a:xfrm>
              <a:off x="11177029" y="315536"/>
              <a:ext cx="303772" cy="456000"/>
            </a:xfrm>
            <a:prstGeom prst="rect">
              <a:avLst/>
            </a:prstGeom>
          </p:spPr>
        </p:pic>
        <p:grpSp>
          <p:nvGrpSpPr>
            <p:cNvPr id="4" name="Graphic 18">
              <a:extLst>
                <a:ext uri="{FF2B5EF4-FFF2-40B4-BE49-F238E27FC236}">
                  <a16:creationId xmlns:a16="http://schemas.microsoft.com/office/drawing/2014/main" id="{F90D751D-FB98-114C-5DE3-9DCB23E89D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058130" y="316337"/>
              <a:ext cx="888639" cy="455199"/>
              <a:chOff x="3450865" y="2069096"/>
              <a:chExt cx="5293045" cy="2711319"/>
            </a:xfrm>
            <a:solidFill>
              <a:schemeClr val="bg1"/>
            </a:solidFill>
          </p:grpSpPr>
          <p:grpSp>
            <p:nvGrpSpPr>
              <p:cNvPr id="8" name="Graphic 18">
                <a:extLst>
                  <a:ext uri="{FF2B5EF4-FFF2-40B4-BE49-F238E27FC236}">
                    <a16:creationId xmlns:a16="http://schemas.microsoft.com/office/drawing/2014/main" id="{CD52FDB1-750A-2254-CBFD-C350EDEC4256}"/>
                  </a:ext>
                </a:extLst>
              </p:cNvPr>
              <p:cNvGrpSpPr/>
              <p:nvPr/>
            </p:nvGrpSpPr>
            <p:grpSpPr>
              <a:xfrm>
                <a:off x="8407050" y="3697100"/>
                <a:ext cx="336860" cy="336861"/>
                <a:chOff x="8407050" y="3697100"/>
                <a:chExt cx="336860" cy="336861"/>
              </a:xfrm>
              <a:grpFill/>
            </p:grpSpPr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15611F39-A3FD-CDB3-6DDA-05D25289BBAC}"/>
                    </a:ext>
                  </a:extLst>
                </p:cNvPr>
                <p:cNvSpPr/>
                <p:nvPr/>
              </p:nvSpPr>
              <p:spPr>
                <a:xfrm>
                  <a:off x="8407050" y="3697100"/>
                  <a:ext cx="336860" cy="336861"/>
                </a:xfrm>
                <a:custGeom>
                  <a:avLst/>
                  <a:gdLst>
                    <a:gd name="connsiteX0" fmla="*/ 168507 w 336860"/>
                    <a:gd name="connsiteY0" fmla="*/ 0 h 336861"/>
                    <a:gd name="connsiteX1" fmla="*/ 0 w 336860"/>
                    <a:gd name="connsiteY1" fmla="*/ 168345 h 336861"/>
                    <a:gd name="connsiteX2" fmla="*/ 168507 w 336860"/>
                    <a:gd name="connsiteY2" fmla="*/ 336861 h 336861"/>
                    <a:gd name="connsiteX3" fmla="*/ 336861 w 336860"/>
                    <a:gd name="connsiteY3" fmla="*/ 168345 h 336861"/>
                    <a:gd name="connsiteX4" fmla="*/ 168507 w 336860"/>
                    <a:gd name="connsiteY4" fmla="*/ 0 h 336861"/>
                    <a:gd name="connsiteX5" fmla="*/ 168507 w 336860"/>
                    <a:gd name="connsiteY5" fmla="*/ 305819 h 336861"/>
                    <a:gd name="connsiteX6" fmla="*/ 31013 w 336860"/>
                    <a:gd name="connsiteY6" fmla="*/ 168345 h 336861"/>
                    <a:gd name="connsiteX7" fmla="*/ 168507 w 336860"/>
                    <a:gd name="connsiteY7" fmla="*/ 30909 h 336861"/>
                    <a:gd name="connsiteX8" fmla="*/ 305934 w 336860"/>
                    <a:gd name="connsiteY8" fmla="*/ 168345 h 336861"/>
                    <a:gd name="connsiteX9" fmla="*/ 168507 w 336860"/>
                    <a:gd name="connsiteY9" fmla="*/ 305819 h 336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6860" h="336861">
                      <a:moveTo>
                        <a:pt x="168507" y="0"/>
                      </a:moveTo>
                      <a:cubicBezTo>
                        <a:pt x="75352" y="0"/>
                        <a:pt x="0" y="75333"/>
                        <a:pt x="0" y="168345"/>
                      </a:cubicBezTo>
                      <a:cubicBezTo>
                        <a:pt x="0" y="261499"/>
                        <a:pt x="75352" y="336861"/>
                        <a:pt x="168507" y="336861"/>
                      </a:cubicBezTo>
                      <a:cubicBezTo>
                        <a:pt x="261538" y="336861"/>
                        <a:pt x="336861" y="261499"/>
                        <a:pt x="336861" y="168345"/>
                      </a:cubicBezTo>
                      <a:cubicBezTo>
                        <a:pt x="336861" y="75343"/>
                        <a:pt x="261538" y="0"/>
                        <a:pt x="168507" y="0"/>
                      </a:cubicBezTo>
                      <a:close/>
                      <a:moveTo>
                        <a:pt x="168507" y="305819"/>
                      </a:moveTo>
                      <a:cubicBezTo>
                        <a:pt x="92602" y="305819"/>
                        <a:pt x="31013" y="244250"/>
                        <a:pt x="31013" y="168345"/>
                      </a:cubicBezTo>
                      <a:cubicBezTo>
                        <a:pt x="31013" y="92516"/>
                        <a:pt x="92602" y="30909"/>
                        <a:pt x="168507" y="30909"/>
                      </a:cubicBezTo>
                      <a:cubicBezTo>
                        <a:pt x="244478" y="30909"/>
                        <a:pt x="305934" y="92516"/>
                        <a:pt x="305934" y="168345"/>
                      </a:cubicBezTo>
                      <a:cubicBezTo>
                        <a:pt x="305934" y="244250"/>
                        <a:pt x="244478" y="305819"/>
                        <a:pt x="168507" y="30581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568A60D6-1CD7-149B-647F-A272B0A518DA}"/>
                    </a:ext>
                  </a:extLst>
                </p:cNvPr>
                <p:cNvSpPr/>
                <p:nvPr/>
              </p:nvSpPr>
              <p:spPr>
                <a:xfrm>
                  <a:off x="8516445" y="3789102"/>
                  <a:ext cx="133759" cy="149656"/>
                </a:xfrm>
                <a:custGeom>
                  <a:avLst/>
                  <a:gdLst>
                    <a:gd name="connsiteX0" fmla="*/ 30156 w 133759"/>
                    <a:gd name="connsiteY0" fmla="*/ 63484 h 149656"/>
                    <a:gd name="connsiteX1" fmla="*/ 52464 w 133759"/>
                    <a:gd name="connsiteY1" fmla="*/ 63484 h 149656"/>
                    <a:gd name="connsiteX2" fmla="*/ 79372 w 133759"/>
                    <a:gd name="connsiteY2" fmla="*/ 61503 h 149656"/>
                    <a:gd name="connsiteX3" fmla="*/ 87668 w 133759"/>
                    <a:gd name="connsiteY3" fmla="*/ 55340 h 149656"/>
                    <a:gd name="connsiteX4" fmla="*/ 90916 w 133759"/>
                    <a:gd name="connsiteY4" fmla="*/ 43901 h 149656"/>
                    <a:gd name="connsiteX5" fmla="*/ 86896 w 133759"/>
                    <a:gd name="connsiteY5" fmla="*/ 31918 h 149656"/>
                    <a:gd name="connsiteX6" fmla="*/ 75476 w 133759"/>
                    <a:gd name="connsiteY6" fmla="*/ 25746 h 149656"/>
                    <a:gd name="connsiteX7" fmla="*/ 53521 w 133759"/>
                    <a:gd name="connsiteY7" fmla="*/ 25365 h 149656"/>
                    <a:gd name="connsiteX8" fmla="*/ 30156 w 133759"/>
                    <a:gd name="connsiteY8" fmla="*/ 25365 h 149656"/>
                    <a:gd name="connsiteX9" fmla="*/ 30156 w 133759"/>
                    <a:gd name="connsiteY9" fmla="*/ 63484 h 149656"/>
                    <a:gd name="connsiteX10" fmla="*/ 30156 w 133759"/>
                    <a:gd name="connsiteY10" fmla="*/ 63484 h 149656"/>
                    <a:gd name="connsiteX11" fmla="*/ 0 w 133759"/>
                    <a:gd name="connsiteY11" fmla="*/ 149657 h 149656"/>
                    <a:gd name="connsiteX12" fmla="*/ 0 w 133759"/>
                    <a:gd name="connsiteY12" fmla="*/ 0 h 149656"/>
                    <a:gd name="connsiteX13" fmla="*/ 63465 w 133759"/>
                    <a:gd name="connsiteY13" fmla="*/ 0 h 149656"/>
                    <a:gd name="connsiteX14" fmla="*/ 97927 w 133759"/>
                    <a:gd name="connsiteY14" fmla="*/ 4172 h 149656"/>
                    <a:gd name="connsiteX15" fmla="*/ 115129 w 133759"/>
                    <a:gd name="connsiteY15" fmla="*/ 18488 h 149656"/>
                    <a:gd name="connsiteX16" fmla="*/ 121711 w 133759"/>
                    <a:gd name="connsiteY16" fmla="*/ 42034 h 149656"/>
                    <a:gd name="connsiteX17" fmla="*/ 111976 w 133759"/>
                    <a:gd name="connsiteY17" fmla="*/ 69866 h 149656"/>
                    <a:gd name="connsiteX18" fmla="*/ 82753 w 133759"/>
                    <a:gd name="connsiteY18" fmla="*/ 83658 h 149656"/>
                    <a:gd name="connsiteX19" fmla="*/ 98708 w 133759"/>
                    <a:gd name="connsiteY19" fmla="*/ 96203 h 149656"/>
                    <a:gd name="connsiteX20" fmla="*/ 115567 w 133759"/>
                    <a:gd name="connsiteY20" fmla="*/ 120472 h 149656"/>
                    <a:gd name="connsiteX21" fmla="*/ 133760 w 133759"/>
                    <a:gd name="connsiteY21" fmla="*/ 149647 h 149656"/>
                    <a:gd name="connsiteX22" fmla="*/ 97841 w 133759"/>
                    <a:gd name="connsiteY22" fmla="*/ 149647 h 149656"/>
                    <a:gd name="connsiteX23" fmla="*/ 76210 w 133759"/>
                    <a:gd name="connsiteY23" fmla="*/ 117024 h 149656"/>
                    <a:gd name="connsiteX24" fmla="*/ 60417 w 133759"/>
                    <a:gd name="connsiteY24" fmla="*/ 95088 h 149656"/>
                    <a:gd name="connsiteX25" fmla="*/ 51254 w 133759"/>
                    <a:gd name="connsiteY25" fmla="*/ 88878 h 149656"/>
                    <a:gd name="connsiteX26" fmla="*/ 36071 w 133759"/>
                    <a:gd name="connsiteY26" fmla="*/ 87401 h 149656"/>
                    <a:gd name="connsiteX27" fmla="*/ 30156 w 133759"/>
                    <a:gd name="connsiteY27" fmla="*/ 87401 h 149656"/>
                    <a:gd name="connsiteX28" fmla="*/ 30156 w 133759"/>
                    <a:gd name="connsiteY28" fmla="*/ 149647 h 149656"/>
                    <a:gd name="connsiteX29" fmla="*/ 0 w 133759"/>
                    <a:gd name="connsiteY29" fmla="*/ 149647 h 149656"/>
                    <a:gd name="connsiteX30" fmla="*/ 0 w 133759"/>
                    <a:gd name="connsiteY30" fmla="*/ 149657 h 149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33759" h="149656">
                      <a:moveTo>
                        <a:pt x="30156" y="63484"/>
                      </a:moveTo>
                      <a:lnTo>
                        <a:pt x="52464" y="63484"/>
                      </a:lnTo>
                      <a:cubicBezTo>
                        <a:pt x="66732" y="63484"/>
                        <a:pt x="75638" y="62627"/>
                        <a:pt x="79372" y="61503"/>
                      </a:cubicBezTo>
                      <a:cubicBezTo>
                        <a:pt x="82925" y="60388"/>
                        <a:pt x="85554" y="58321"/>
                        <a:pt x="87668" y="55340"/>
                      </a:cubicBezTo>
                      <a:cubicBezTo>
                        <a:pt x="89878" y="52130"/>
                        <a:pt x="90916" y="48578"/>
                        <a:pt x="90916" y="43901"/>
                      </a:cubicBezTo>
                      <a:cubicBezTo>
                        <a:pt x="90916" y="38929"/>
                        <a:pt x="89488" y="34709"/>
                        <a:pt x="86896" y="31918"/>
                      </a:cubicBezTo>
                      <a:cubicBezTo>
                        <a:pt x="83954" y="28603"/>
                        <a:pt x="80315" y="26841"/>
                        <a:pt x="75476" y="25746"/>
                      </a:cubicBezTo>
                      <a:cubicBezTo>
                        <a:pt x="73095" y="25556"/>
                        <a:pt x="65827" y="25365"/>
                        <a:pt x="53521" y="25365"/>
                      </a:cubicBezTo>
                      <a:lnTo>
                        <a:pt x="30156" y="25365"/>
                      </a:lnTo>
                      <a:lnTo>
                        <a:pt x="30156" y="63484"/>
                      </a:lnTo>
                      <a:lnTo>
                        <a:pt x="30156" y="63484"/>
                      </a:lnTo>
                      <a:close/>
                      <a:moveTo>
                        <a:pt x="0" y="149657"/>
                      </a:moveTo>
                      <a:lnTo>
                        <a:pt x="0" y="0"/>
                      </a:lnTo>
                      <a:lnTo>
                        <a:pt x="63465" y="0"/>
                      </a:lnTo>
                      <a:cubicBezTo>
                        <a:pt x="79039" y="0"/>
                        <a:pt x="90640" y="1324"/>
                        <a:pt x="97927" y="4172"/>
                      </a:cubicBezTo>
                      <a:cubicBezTo>
                        <a:pt x="105261" y="6839"/>
                        <a:pt x="111043" y="11744"/>
                        <a:pt x="115129" y="18488"/>
                      </a:cubicBezTo>
                      <a:cubicBezTo>
                        <a:pt x="119701" y="25355"/>
                        <a:pt x="121711" y="33214"/>
                        <a:pt x="121711" y="42034"/>
                      </a:cubicBezTo>
                      <a:cubicBezTo>
                        <a:pt x="121711" y="53283"/>
                        <a:pt x="118396" y="62446"/>
                        <a:pt x="111976" y="69866"/>
                      </a:cubicBezTo>
                      <a:cubicBezTo>
                        <a:pt x="105451" y="77286"/>
                        <a:pt x="95698" y="81848"/>
                        <a:pt x="82753" y="83658"/>
                      </a:cubicBezTo>
                      <a:cubicBezTo>
                        <a:pt x="88935" y="87411"/>
                        <a:pt x="94459" y="91678"/>
                        <a:pt x="98708" y="96203"/>
                      </a:cubicBezTo>
                      <a:cubicBezTo>
                        <a:pt x="102822" y="100879"/>
                        <a:pt x="108338" y="108766"/>
                        <a:pt x="115567" y="120472"/>
                      </a:cubicBezTo>
                      <a:lnTo>
                        <a:pt x="133760" y="149647"/>
                      </a:lnTo>
                      <a:lnTo>
                        <a:pt x="97841" y="149647"/>
                      </a:lnTo>
                      <a:lnTo>
                        <a:pt x="76210" y="117024"/>
                      </a:lnTo>
                      <a:cubicBezTo>
                        <a:pt x="68704" y="105585"/>
                        <a:pt x="63465" y="98260"/>
                        <a:pt x="60417" y="95088"/>
                      </a:cubicBezTo>
                      <a:cubicBezTo>
                        <a:pt x="57636" y="91992"/>
                        <a:pt x="54436" y="90002"/>
                        <a:pt x="51254" y="88878"/>
                      </a:cubicBezTo>
                      <a:cubicBezTo>
                        <a:pt x="48263" y="87944"/>
                        <a:pt x="43206" y="87401"/>
                        <a:pt x="36071" y="87401"/>
                      </a:cubicBezTo>
                      <a:lnTo>
                        <a:pt x="30156" y="87401"/>
                      </a:lnTo>
                      <a:lnTo>
                        <a:pt x="30156" y="149647"/>
                      </a:lnTo>
                      <a:lnTo>
                        <a:pt x="0" y="149647"/>
                      </a:lnTo>
                      <a:lnTo>
                        <a:pt x="0" y="1496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</p:grpSp>
          <p:grpSp>
            <p:nvGrpSpPr>
              <p:cNvPr id="9" name="Graphic 18">
                <a:extLst>
                  <a:ext uri="{FF2B5EF4-FFF2-40B4-BE49-F238E27FC236}">
                    <a16:creationId xmlns:a16="http://schemas.microsoft.com/office/drawing/2014/main" id="{13A969CC-8040-95D5-7E34-4C7DEB3D49E2}"/>
                  </a:ext>
                </a:extLst>
              </p:cNvPr>
              <p:cNvGrpSpPr/>
              <p:nvPr/>
            </p:nvGrpSpPr>
            <p:grpSpPr>
              <a:xfrm>
                <a:off x="6830834" y="2079517"/>
                <a:ext cx="434958" cy="1577701"/>
                <a:chOff x="6830834" y="2079517"/>
                <a:chExt cx="434958" cy="1577701"/>
              </a:xfrm>
              <a:grpFill/>
            </p:grpSpPr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422E2141-BCC6-0F7C-9FB7-DDC42807BFD9}"/>
                    </a:ext>
                  </a:extLst>
                </p:cNvPr>
                <p:cNvSpPr/>
                <p:nvPr/>
              </p:nvSpPr>
              <p:spPr>
                <a:xfrm>
                  <a:off x="6976252" y="2079517"/>
                  <a:ext cx="141293" cy="142074"/>
                </a:xfrm>
                <a:custGeom>
                  <a:avLst/>
                  <a:gdLst>
                    <a:gd name="connsiteX0" fmla="*/ 70685 w 141293"/>
                    <a:gd name="connsiteY0" fmla="*/ 0 h 142074"/>
                    <a:gd name="connsiteX1" fmla="*/ 141294 w 141293"/>
                    <a:gd name="connsiteY1" fmla="*/ 71037 h 142074"/>
                    <a:gd name="connsiteX2" fmla="*/ 70685 w 141293"/>
                    <a:gd name="connsiteY2" fmla="*/ 142075 h 142074"/>
                    <a:gd name="connsiteX3" fmla="*/ 0 w 141293"/>
                    <a:gd name="connsiteY3" fmla="*/ 71037 h 142074"/>
                    <a:gd name="connsiteX4" fmla="*/ 70685 w 141293"/>
                    <a:gd name="connsiteY4" fmla="*/ 0 h 142074"/>
                    <a:gd name="connsiteX5" fmla="*/ 70685 w 141293"/>
                    <a:gd name="connsiteY5" fmla="*/ 0 h 142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293" h="142074">
                      <a:moveTo>
                        <a:pt x="70685" y="0"/>
                      </a:moveTo>
                      <a:cubicBezTo>
                        <a:pt x="109566" y="0"/>
                        <a:pt x="141294" y="31737"/>
                        <a:pt x="141294" y="71037"/>
                      </a:cubicBezTo>
                      <a:cubicBezTo>
                        <a:pt x="141294" y="110338"/>
                        <a:pt x="109566" y="142075"/>
                        <a:pt x="70685" y="142075"/>
                      </a:cubicBezTo>
                      <a:cubicBezTo>
                        <a:pt x="31566" y="142075"/>
                        <a:pt x="0" y="110338"/>
                        <a:pt x="0" y="71037"/>
                      </a:cubicBezTo>
                      <a:cubicBezTo>
                        <a:pt x="0" y="31737"/>
                        <a:pt x="31566" y="0"/>
                        <a:pt x="70685" y="0"/>
                      </a:cubicBezTo>
                      <a:lnTo>
                        <a:pt x="70685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8" name="Freeform 67">
                  <a:extLst>
                    <a:ext uri="{FF2B5EF4-FFF2-40B4-BE49-F238E27FC236}">
                      <a16:creationId xmlns:a16="http://schemas.microsoft.com/office/drawing/2014/main" id="{4333D14A-9CE7-5FAA-5162-D20ED948B6AD}"/>
                    </a:ext>
                  </a:extLst>
                </p:cNvPr>
                <p:cNvSpPr/>
                <p:nvPr/>
              </p:nvSpPr>
              <p:spPr>
                <a:xfrm>
                  <a:off x="6963708" y="3515153"/>
                  <a:ext cx="141236" cy="142065"/>
                </a:xfrm>
                <a:custGeom>
                  <a:avLst/>
                  <a:gdLst>
                    <a:gd name="connsiteX0" fmla="*/ 70618 w 141236"/>
                    <a:gd name="connsiteY0" fmla="*/ 0 h 142065"/>
                    <a:gd name="connsiteX1" fmla="*/ 141237 w 141236"/>
                    <a:gd name="connsiteY1" fmla="*/ 71018 h 142065"/>
                    <a:gd name="connsiteX2" fmla="*/ 70618 w 141236"/>
                    <a:gd name="connsiteY2" fmla="*/ 142065 h 142065"/>
                    <a:gd name="connsiteX3" fmla="*/ 0 w 141236"/>
                    <a:gd name="connsiteY3" fmla="*/ 71018 h 142065"/>
                    <a:gd name="connsiteX4" fmla="*/ 70618 w 141236"/>
                    <a:gd name="connsiteY4" fmla="*/ 0 h 142065"/>
                    <a:gd name="connsiteX5" fmla="*/ 70618 w 141236"/>
                    <a:gd name="connsiteY5" fmla="*/ 0 h 142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236" h="142065">
                      <a:moveTo>
                        <a:pt x="70618" y="0"/>
                      </a:moveTo>
                      <a:cubicBezTo>
                        <a:pt x="109737" y="0"/>
                        <a:pt x="141237" y="31756"/>
                        <a:pt x="141237" y="71018"/>
                      </a:cubicBezTo>
                      <a:cubicBezTo>
                        <a:pt x="141237" y="110366"/>
                        <a:pt x="109737" y="142065"/>
                        <a:pt x="70618" y="142065"/>
                      </a:cubicBezTo>
                      <a:cubicBezTo>
                        <a:pt x="31737" y="142065"/>
                        <a:pt x="0" y="110366"/>
                        <a:pt x="0" y="71018"/>
                      </a:cubicBezTo>
                      <a:cubicBezTo>
                        <a:pt x="0" y="31756"/>
                        <a:pt x="31737" y="0"/>
                        <a:pt x="70618" y="0"/>
                      </a:cubicBezTo>
                      <a:lnTo>
                        <a:pt x="70618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AF844EF8-86F1-2C6F-16DE-153ED8EBDA1B}"/>
                    </a:ext>
                  </a:extLst>
                </p:cNvPr>
                <p:cNvSpPr/>
                <p:nvPr/>
              </p:nvSpPr>
              <p:spPr>
                <a:xfrm>
                  <a:off x="7124500" y="3157032"/>
                  <a:ext cx="141293" cy="142065"/>
                </a:xfrm>
                <a:custGeom>
                  <a:avLst/>
                  <a:gdLst>
                    <a:gd name="connsiteX0" fmla="*/ 70647 w 141293"/>
                    <a:gd name="connsiteY0" fmla="*/ 0 h 142065"/>
                    <a:gd name="connsiteX1" fmla="*/ 141294 w 141293"/>
                    <a:gd name="connsiteY1" fmla="*/ 70999 h 142065"/>
                    <a:gd name="connsiteX2" fmla="*/ 70647 w 141293"/>
                    <a:gd name="connsiteY2" fmla="*/ 142065 h 142065"/>
                    <a:gd name="connsiteX3" fmla="*/ 0 w 141293"/>
                    <a:gd name="connsiteY3" fmla="*/ 70999 h 142065"/>
                    <a:gd name="connsiteX4" fmla="*/ 70647 w 141293"/>
                    <a:gd name="connsiteY4" fmla="*/ 0 h 142065"/>
                    <a:gd name="connsiteX5" fmla="*/ 70647 w 141293"/>
                    <a:gd name="connsiteY5" fmla="*/ 0 h 142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293" h="142065">
                      <a:moveTo>
                        <a:pt x="70647" y="0"/>
                      </a:moveTo>
                      <a:cubicBezTo>
                        <a:pt x="109766" y="0"/>
                        <a:pt x="141294" y="31861"/>
                        <a:pt x="141294" y="70999"/>
                      </a:cubicBezTo>
                      <a:cubicBezTo>
                        <a:pt x="141294" y="110300"/>
                        <a:pt x="109766" y="142065"/>
                        <a:pt x="70647" y="142065"/>
                      </a:cubicBezTo>
                      <a:cubicBezTo>
                        <a:pt x="31766" y="142065"/>
                        <a:pt x="0" y="110300"/>
                        <a:pt x="0" y="70999"/>
                      </a:cubicBezTo>
                      <a:cubicBezTo>
                        <a:pt x="0" y="31861"/>
                        <a:pt x="31766" y="0"/>
                        <a:pt x="70647" y="0"/>
                      </a:cubicBezTo>
                      <a:lnTo>
                        <a:pt x="70647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4FDF5EB3-9B8C-664B-58E6-8187D1526A7F}"/>
                    </a:ext>
                  </a:extLst>
                </p:cNvPr>
                <p:cNvSpPr/>
                <p:nvPr/>
              </p:nvSpPr>
              <p:spPr>
                <a:xfrm>
                  <a:off x="7075455" y="3336188"/>
                  <a:ext cx="141198" cy="142074"/>
                </a:xfrm>
                <a:custGeom>
                  <a:avLst/>
                  <a:gdLst>
                    <a:gd name="connsiteX0" fmla="*/ 70647 w 141198"/>
                    <a:gd name="connsiteY0" fmla="*/ 0 h 142074"/>
                    <a:gd name="connsiteX1" fmla="*/ 141199 w 141198"/>
                    <a:gd name="connsiteY1" fmla="*/ 71037 h 142074"/>
                    <a:gd name="connsiteX2" fmla="*/ 70647 w 141198"/>
                    <a:gd name="connsiteY2" fmla="*/ 142075 h 142074"/>
                    <a:gd name="connsiteX3" fmla="*/ 0 w 141198"/>
                    <a:gd name="connsiteY3" fmla="*/ 71037 h 142074"/>
                    <a:gd name="connsiteX4" fmla="*/ 70647 w 141198"/>
                    <a:gd name="connsiteY4" fmla="*/ 0 h 142074"/>
                    <a:gd name="connsiteX5" fmla="*/ 70647 w 141198"/>
                    <a:gd name="connsiteY5" fmla="*/ 0 h 142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198" h="142074">
                      <a:moveTo>
                        <a:pt x="70647" y="0"/>
                      </a:moveTo>
                      <a:cubicBezTo>
                        <a:pt x="109528" y="0"/>
                        <a:pt x="141199" y="31709"/>
                        <a:pt x="141199" y="71037"/>
                      </a:cubicBezTo>
                      <a:cubicBezTo>
                        <a:pt x="141199" y="110157"/>
                        <a:pt x="109528" y="142075"/>
                        <a:pt x="70647" y="142075"/>
                      </a:cubicBezTo>
                      <a:cubicBezTo>
                        <a:pt x="31699" y="142075"/>
                        <a:pt x="0" y="110157"/>
                        <a:pt x="0" y="71037"/>
                      </a:cubicBezTo>
                      <a:cubicBezTo>
                        <a:pt x="0" y="31699"/>
                        <a:pt x="31699" y="0"/>
                        <a:pt x="70647" y="0"/>
                      </a:cubicBezTo>
                      <a:lnTo>
                        <a:pt x="70647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BAB66619-EF85-048F-D8F6-54DF9D91E984}"/>
                    </a:ext>
                  </a:extLst>
                </p:cNvPr>
                <p:cNvSpPr/>
                <p:nvPr/>
              </p:nvSpPr>
              <p:spPr>
                <a:xfrm>
                  <a:off x="6984711" y="2797835"/>
                  <a:ext cx="141198" cy="142065"/>
                </a:xfrm>
                <a:custGeom>
                  <a:avLst/>
                  <a:gdLst>
                    <a:gd name="connsiteX0" fmla="*/ 70580 w 141198"/>
                    <a:gd name="connsiteY0" fmla="*/ 0 h 142065"/>
                    <a:gd name="connsiteX1" fmla="*/ 141199 w 141198"/>
                    <a:gd name="connsiteY1" fmla="*/ 71018 h 142065"/>
                    <a:gd name="connsiteX2" fmla="*/ 70580 w 141198"/>
                    <a:gd name="connsiteY2" fmla="*/ 142065 h 142065"/>
                    <a:gd name="connsiteX3" fmla="*/ 0 w 141198"/>
                    <a:gd name="connsiteY3" fmla="*/ 71018 h 142065"/>
                    <a:gd name="connsiteX4" fmla="*/ 70580 w 141198"/>
                    <a:gd name="connsiteY4" fmla="*/ 0 h 142065"/>
                    <a:gd name="connsiteX5" fmla="*/ 70580 w 141198"/>
                    <a:gd name="connsiteY5" fmla="*/ 0 h 142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198" h="142065">
                      <a:moveTo>
                        <a:pt x="70580" y="0"/>
                      </a:moveTo>
                      <a:cubicBezTo>
                        <a:pt x="109699" y="0"/>
                        <a:pt x="141199" y="31747"/>
                        <a:pt x="141199" y="71018"/>
                      </a:cubicBezTo>
                      <a:cubicBezTo>
                        <a:pt x="141199" y="110395"/>
                        <a:pt x="109699" y="142065"/>
                        <a:pt x="70580" y="142065"/>
                      </a:cubicBezTo>
                      <a:cubicBezTo>
                        <a:pt x="31699" y="142065"/>
                        <a:pt x="0" y="110385"/>
                        <a:pt x="0" y="71018"/>
                      </a:cubicBezTo>
                      <a:cubicBezTo>
                        <a:pt x="0" y="31747"/>
                        <a:pt x="31699" y="0"/>
                        <a:pt x="70580" y="0"/>
                      </a:cubicBezTo>
                      <a:lnTo>
                        <a:pt x="7058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0A7902A6-BFB6-B241-202F-358E64D80E7D}"/>
                    </a:ext>
                  </a:extLst>
                </p:cNvPr>
                <p:cNvSpPr/>
                <p:nvPr/>
              </p:nvSpPr>
              <p:spPr>
                <a:xfrm>
                  <a:off x="7092438" y="2976829"/>
                  <a:ext cx="141188" cy="142074"/>
                </a:xfrm>
                <a:custGeom>
                  <a:avLst/>
                  <a:gdLst>
                    <a:gd name="connsiteX0" fmla="*/ 70580 w 141188"/>
                    <a:gd name="connsiteY0" fmla="*/ 0 h 142074"/>
                    <a:gd name="connsiteX1" fmla="*/ 141189 w 141188"/>
                    <a:gd name="connsiteY1" fmla="*/ 71037 h 142074"/>
                    <a:gd name="connsiteX2" fmla="*/ 70580 w 141188"/>
                    <a:gd name="connsiteY2" fmla="*/ 142075 h 142074"/>
                    <a:gd name="connsiteX3" fmla="*/ 0 w 141188"/>
                    <a:gd name="connsiteY3" fmla="*/ 71037 h 142074"/>
                    <a:gd name="connsiteX4" fmla="*/ 70580 w 141188"/>
                    <a:gd name="connsiteY4" fmla="*/ 0 h 142074"/>
                    <a:gd name="connsiteX5" fmla="*/ 70580 w 141188"/>
                    <a:gd name="connsiteY5" fmla="*/ 0 h 142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188" h="142074">
                      <a:moveTo>
                        <a:pt x="70580" y="0"/>
                      </a:moveTo>
                      <a:cubicBezTo>
                        <a:pt x="109699" y="0"/>
                        <a:pt x="141189" y="31918"/>
                        <a:pt x="141189" y="71037"/>
                      </a:cubicBezTo>
                      <a:cubicBezTo>
                        <a:pt x="141189" y="110328"/>
                        <a:pt x="109699" y="142075"/>
                        <a:pt x="70580" y="142075"/>
                      </a:cubicBezTo>
                      <a:cubicBezTo>
                        <a:pt x="31699" y="142075"/>
                        <a:pt x="0" y="110328"/>
                        <a:pt x="0" y="71037"/>
                      </a:cubicBezTo>
                      <a:cubicBezTo>
                        <a:pt x="0" y="31918"/>
                        <a:pt x="31699" y="0"/>
                        <a:pt x="70580" y="0"/>
                      </a:cubicBezTo>
                      <a:lnTo>
                        <a:pt x="7058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39D67053-6BD2-E78D-F5CF-F0AEC0F1A7A3}"/>
                    </a:ext>
                  </a:extLst>
                </p:cNvPr>
                <p:cNvSpPr/>
                <p:nvPr/>
              </p:nvSpPr>
              <p:spPr>
                <a:xfrm>
                  <a:off x="6830834" y="2438695"/>
                  <a:ext cx="141065" cy="142074"/>
                </a:xfrm>
                <a:custGeom>
                  <a:avLst/>
                  <a:gdLst>
                    <a:gd name="connsiteX0" fmla="*/ 70618 w 141065"/>
                    <a:gd name="connsiteY0" fmla="*/ 0 h 142074"/>
                    <a:gd name="connsiteX1" fmla="*/ 141065 w 141065"/>
                    <a:gd name="connsiteY1" fmla="*/ 71018 h 142074"/>
                    <a:gd name="connsiteX2" fmla="*/ 70618 w 141065"/>
                    <a:gd name="connsiteY2" fmla="*/ 142075 h 142074"/>
                    <a:gd name="connsiteX3" fmla="*/ 0 w 141065"/>
                    <a:gd name="connsiteY3" fmla="*/ 71018 h 142074"/>
                    <a:gd name="connsiteX4" fmla="*/ 70618 w 141065"/>
                    <a:gd name="connsiteY4" fmla="*/ 0 h 142074"/>
                    <a:gd name="connsiteX5" fmla="*/ 70618 w 141065"/>
                    <a:gd name="connsiteY5" fmla="*/ 0 h 142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065" h="142074">
                      <a:moveTo>
                        <a:pt x="70618" y="0"/>
                      </a:moveTo>
                      <a:cubicBezTo>
                        <a:pt x="109518" y="0"/>
                        <a:pt x="141065" y="31737"/>
                        <a:pt x="141065" y="71018"/>
                      </a:cubicBezTo>
                      <a:cubicBezTo>
                        <a:pt x="141065" y="110347"/>
                        <a:pt x="109518" y="142075"/>
                        <a:pt x="70618" y="142075"/>
                      </a:cubicBezTo>
                      <a:cubicBezTo>
                        <a:pt x="31518" y="142075"/>
                        <a:pt x="0" y="110347"/>
                        <a:pt x="0" y="71018"/>
                      </a:cubicBezTo>
                      <a:cubicBezTo>
                        <a:pt x="-10" y="31728"/>
                        <a:pt x="31509" y="0"/>
                        <a:pt x="70618" y="0"/>
                      </a:cubicBezTo>
                      <a:lnTo>
                        <a:pt x="70618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CF3E9419-4F88-9F35-C41E-97E026084DB0}"/>
                    </a:ext>
                  </a:extLst>
                </p:cNvPr>
                <p:cNvSpPr/>
                <p:nvPr/>
              </p:nvSpPr>
              <p:spPr>
                <a:xfrm>
                  <a:off x="6875707" y="2258910"/>
                  <a:ext cx="141255" cy="142065"/>
                </a:xfrm>
                <a:custGeom>
                  <a:avLst/>
                  <a:gdLst>
                    <a:gd name="connsiteX0" fmla="*/ 70609 w 141255"/>
                    <a:gd name="connsiteY0" fmla="*/ 0 h 142065"/>
                    <a:gd name="connsiteX1" fmla="*/ 141256 w 141255"/>
                    <a:gd name="connsiteY1" fmla="*/ 71047 h 142065"/>
                    <a:gd name="connsiteX2" fmla="*/ 70609 w 141255"/>
                    <a:gd name="connsiteY2" fmla="*/ 142065 h 142065"/>
                    <a:gd name="connsiteX3" fmla="*/ 0 w 141255"/>
                    <a:gd name="connsiteY3" fmla="*/ 71047 h 142065"/>
                    <a:gd name="connsiteX4" fmla="*/ 70609 w 141255"/>
                    <a:gd name="connsiteY4" fmla="*/ 0 h 142065"/>
                    <a:gd name="connsiteX5" fmla="*/ 70609 w 141255"/>
                    <a:gd name="connsiteY5" fmla="*/ 0 h 142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255" h="142065">
                      <a:moveTo>
                        <a:pt x="70609" y="0"/>
                      </a:moveTo>
                      <a:cubicBezTo>
                        <a:pt x="109766" y="0"/>
                        <a:pt x="141256" y="31737"/>
                        <a:pt x="141256" y="71047"/>
                      </a:cubicBezTo>
                      <a:cubicBezTo>
                        <a:pt x="141256" y="110328"/>
                        <a:pt x="109766" y="142065"/>
                        <a:pt x="70609" y="142065"/>
                      </a:cubicBezTo>
                      <a:cubicBezTo>
                        <a:pt x="31728" y="142065"/>
                        <a:pt x="0" y="110328"/>
                        <a:pt x="0" y="71047"/>
                      </a:cubicBezTo>
                      <a:cubicBezTo>
                        <a:pt x="0" y="31728"/>
                        <a:pt x="31728" y="0"/>
                        <a:pt x="70609" y="0"/>
                      </a:cubicBezTo>
                      <a:lnTo>
                        <a:pt x="70609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F451D0BD-D6B1-2D06-3314-30295C4B80F2}"/>
                    </a:ext>
                  </a:extLst>
                </p:cNvPr>
                <p:cNvSpPr/>
                <p:nvPr/>
              </p:nvSpPr>
              <p:spPr>
                <a:xfrm>
                  <a:off x="6857552" y="2618841"/>
                  <a:ext cx="141103" cy="142074"/>
                </a:xfrm>
                <a:custGeom>
                  <a:avLst/>
                  <a:gdLst>
                    <a:gd name="connsiteX0" fmla="*/ 70428 w 141103"/>
                    <a:gd name="connsiteY0" fmla="*/ 0 h 142074"/>
                    <a:gd name="connsiteX1" fmla="*/ 141103 w 141103"/>
                    <a:gd name="connsiteY1" fmla="*/ 71047 h 142074"/>
                    <a:gd name="connsiteX2" fmla="*/ 70428 w 141103"/>
                    <a:gd name="connsiteY2" fmla="*/ 142075 h 142074"/>
                    <a:gd name="connsiteX3" fmla="*/ 0 w 141103"/>
                    <a:gd name="connsiteY3" fmla="*/ 71047 h 142074"/>
                    <a:gd name="connsiteX4" fmla="*/ 70428 w 141103"/>
                    <a:gd name="connsiteY4" fmla="*/ 0 h 142074"/>
                    <a:gd name="connsiteX5" fmla="*/ 70428 w 141103"/>
                    <a:gd name="connsiteY5" fmla="*/ 0 h 142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103" h="142074">
                      <a:moveTo>
                        <a:pt x="70428" y="0"/>
                      </a:moveTo>
                      <a:cubicBezTo>
                        <a:pt x="109528" y="0"/>
                        <a:pt x="141103" y="31737"/>
                        <a:pt x="141103" y="71047"/>
                      </a:cubicBezTo>
                      <a:cubicBezTo>
                        <a:pt x="141103" y="110166"/>
                        <a:pt x="109538" y="142075"/>
                        <a:pt x="70428" y="142075"/>
                      </a:cubicBezTo>
                      <a:cubicBezTo>
                        <a:pt x="31528" y="142075"/>
                        <a:pt x="0" y="110166"/>
                        <a:pt x="0" y="71047"/>
                      </a:cubicBezTo>
                      <a:cubicBezTo>
                        <a:pt x="0" y="31737"/>
                        <a:pt x="31528" y="0"/>
                        <a:pt x="70428" y="0"/>
                      </a:cubicBezTo>
                      <a:lnTo>
                        <a:pt x="70428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</p:grpSp>
          <p:grpSp>
            <p:nvGrpSpPr>
              <p:cNvPr id="11" name="Graphic 18">
                <a:extLst>
                  <a:ext uri="{FF2B5EF4-FFF2-40B4-BE49-F238E27FC236}">
                    <a16:creationId xmlns:a16="http://schemas.microsoft.com/office/drawing/2014/main" id="{9815D32A-9158-1B2E-8E04-A02CB28C1BEA}"/>
                  </a:ext>
                </a:extLst>
              </p:cNvPr>
              <p:cNvGrpSpPr/>
              <p:nvPr/>
            </p:nvGrpSpPr>
            <p:grpSpPr>
              <a:xfrm>
                <a:off x="6223434" y="2069096"/>
                <a:ext cx="1644386" cy="1598552"/>
                <a:chOff x="6223434" y="2069096"/>
                <a:chExt cx="1644386" cy="1598552"/>
              </a:xfrm>
              <a:grpFill/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11E80075-056F-D17D-6A92-348B43E12D3F}"/>
                    </a:ext>
                  </a:extLst>
                </p:cNvPr>
                <p:cNvSpPr/>
                <p:nvPr/>
              </p:nvSpPr>
              <p:spPr>
                <a:xfrm>
                  <a:off x="6757920" y="2069096"/>
                  <a:ext cx="162153" cy="162934"/>
                </a:xfrm>
                <a:custGeom>
                  <a:avLst/>
                  <a:gdLst>
                    <a:gd name="connsiteX0" fmla="*/ 0 w 162153"/>
                    <a:gd name="connsiteY0" fmla="*/ 81467 h 162934"/>
                    <a:gd name="connsiteX1" fmla="*/ 81077 w 162153"/>
                    <a:gd name="connsiteY1" fmla="*/ 162935 h 162934"/>
                    <a:gd name="connsiteX2" fmla="*/ 162153 w 162153"/>
                    <a:gd name="connsiteY2" fmla="*/ 81467 h 162934"/>
                    <a:gd name="connsiteX3" fmla="*/ 81077 w 162153"/>
                    <a:gd name="connsiteY3" fmla="*/ 0 h 162934"/>
                    <a:gd name="connsiteX4" fmla="*/ 0 w 162153"/>
                    <a:gd name="connsiteY4" fmla="*/ 81467 h 162934"/>
                    <a:gd name="connsiteX5" fmla="*/ 20860 w 162153"/>
                    <a:gd name="connsiteY5" fmla="*/ 81467 h 162934"/>
                    <a:gd name="connsiteX6" fmla="*/ 81077 w 162153"/>
                    <a:gd name="connsiteY6" fmla="*/ 20860 h 162934"/>
                    <a:gd name="connsiteX7" fmla="*/ 141294 w 162153"/>
                    <a:gd name="connsiteY7" fmla="*/ 81467 h 162934"/>
                    <a:gd name="connsiteX8" fmla="*/ 81077 w 162153"/>
                    <a:gd name="connsiteY8" fmla="*/ 142065 h 162934"/>
                    <a:gd name="connsiteX9" fmla="*/ 20860 w 162153"/>
                    <a:gd name="connsiteY9" fmla="*/ 8146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53" h="162934">
                      <a:moveTo>
                        <a:pt x="0" y="81467"/>
                      </a:moveTo>
                      <a:cubicBezTo>
                        <a:pt x="0" y="126378"/>
                        <a:pt x="36376" y="162935"/>
                        <a:pt x="81077" y="162935"/>
                      </a:cubicBezTo>
                      <a:cubicBezTo>
                        <a:pt x="125778" y="162935"/>
                        <a:pt x="162153" y="126378"/>
                        <a:pt x="162153" y="81467"/>
                      </a:cubicBezTo>
                      <a:cubicBezTo>
                        <a:pt x="162153" y="36547"/>
                        <a:pt x="125778" y="0"/>
                        <a:pt x="81077" y="0"/>
                      </a:cubicBezTo>
                      <a:cubicBezTo>
                        <a:pt x="36376" y="0"/>
                        <a:pt x="0" y="36538"/>
                        <a:pt x="0" y="81467"/>
                      </a:cubicBezTo>
                      <a:close/>
                      <a:moveTo>
                        <a:pt x="20860" y="81467"/>
                      </a:moveTo>
                      <a:cubicBezTo>
                        <a:pt x="20860" y="48044"/>
                        <a:pt x="47882" y="20860"/>
                        <a:pt x="81077" y="20860"/>
                      </a:cubicBezTo>
                      <a:cubicBezTo>
                        <a:pt x="114271" y="20860"/>
                        <a:pt x="141294" y="48044"/>
                        <a:pt x="141294" y="81467"/>
                      </a:cubicBezTo>
                      <a:cubicBezTo>
                        <a:pt x="141294" y="114881"/>
                        <a:pt x="114271" y="142065"/>
                        <a:pt x="81077" y="142065"/>
                      </a:cubicBezTo>
                      <a:cubicBezTo>
                        <a:pt x="47882" y="142065"/>
                        <a:pt x="20860" y="114881"/>
                        <a:pt x="20860" y="814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D144F5E9-B204-9FD1-A8C3-07D5A8A8B5C4}"/>
                    </a:ext>
                  </a:extLst>
                </p:cNvPr>
                <p:cNvSpPr/>
                <p:nvPr/>
              </p:nvSpPr>
              <p:spPr>
                <a:xfrm>
                  <a:off x="6745614" y="3504742"/>
                  <a:ext cx="161858" cy="162906"/>
                </a:xfrm>
                <a:custGeom>
                  <a:avLst/>
                  <a:gdLst>
                    <a:gd name="connsiteX0" fmla="*/ 0 w 161858"/>
                    <a:gd name="connsiteY0" fmla="*/ 81429 h 162906"/>
                    <a:gd name="connsiteX1" fmla="*/ 80848 w 161858"/>
                    <a:gd name="connsiteY1" fmla="*/ 162906 h 162906"/>
                    <a:gd name="connsiteX2" fmla="*/ 161858 w 161858"/>
                    <a:gd name="connsiteY2" fmla="*/ 81429 h 162906"/>
                    <a:gd name="connsiteX3" fmla="*/ 80848 w 161858"/>
                    <a:gd name="connsiteY3" fmla="*/ 0 h 162906"/>
                    <a:gd name="connsiteX4" fmla="*/ 0 w 161858"/>
                    <a:gd name="connsiteY4" fmla="*/ 81429 h 162906"/>
                    <a:gd name="connsiteX5" fmla="*/ 20860 w 161858"/>
                    <a:gd name="connsiteY5" fmla="*/ 81429 h 162906"/>
                    <a:gd name="connsiteX6" fmla="*/ 80858 w 161858"/>
                    <a:gd name="connsiteY6" fmla="*/ 20860 h 162906"/>
                    <a:gd name="connsiteX7" fmla="*/ 140989 w 161858"/>
                    <a:gd name="connsiteY7" fmla="*/ 81429 h 162906"/>
                    <a:gd name="connsiteX8" fmla="*/ 80858 w 161858"/>
                    <a:gd name="connsiteY8" fmla="*/ 142037 h 162906"/>
                    <a:gd name="connsiteX9" fmla="*/ 20860 w 161858"/>
                    <a:gd name="connsiteY9" fmla="*/ 81429 h 162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858" h="162906">
                      <a:moveTo>
                        <a:pt x="0" y="81429"/>
                      </a:moveTo>
                      <a:cubicBezTo>
                        <a:pt x="0" y="126359"/>
                        <a:pt x="36281" y="162906"/>
                        <a:pt x="80848" y="162906"/>
                      </a:cubicBezTo>
                      <a:cubicBezTo>
                        <a:pt x="125511" y="162906"/>
                        <a:pt x="161858" y="126359"/>
                        <a:pt x="161858" y="81429"/>
                      </a:cubicBezTo>
                      <a:cubicBezTo>
                        <a:pt x="161858" y="36538"/>
                        <a:pt x="125521" y="0"/>
                        <a:pt x="80848" y="0"/>
                      </a:cubicBezTo>
                      <a:cubicBezTo>
                        <a:pt x="36281" y="0"/>
                        <a:pt x="0" y="36538"/>
                        <a:pt x="0" y="81429"/>
                      </a:cubicBezTo>
                      <a:close/>
                      <a:moveTo>
                        <a:pt x="20860" y="81429"/>
                      </a:moveTo>
                      <a:cubicBezTo>
                        <a:pt x="20860" y="48044"/>
                        <a:pt x="47787" y="20860"/>
                        <a:pt x="80858" y="20860"/>
                      </a:cubicBezTo>
                      <a:cubicBezTo>
                        <a:pt x="114014" y="20860"/>
                        <a:pt x="140989" y="48044"/>
                        <a:pt x="140989" y="81429"/>
                      </a:cubicBezTo>
                      <a:cubicBezTo>
                        <a:pt x="140989" y="114853"/>
                        <a:pt x="114014" y="142037"/>
                        <a:pt x="80858" y="142037"/>
                      </a:cubicBezTo>
                      <a:cubicBezTo>
                        <a:pt x="47787" y="142037"/>
                        <a:pt x="20860" y="114853"/>
                        <a:pt x="20860" y="8142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FCD1813C-D9A9-24D8-F5D0-1A73F1B4999C}"/>
                    </a:ext>
                  </a:extLst>
                </p:cNvPr>
                <p:cNvSpPr/>
                <p:nvPr/>
              </p:nvSpPr>
              <p:spPr>
                <a:xfrm>
                  <a:off x="7161152" y="3504742"/>
                  <a:ext cx="162143" cy="162906"/>
                </a:xfrm>
                <a:custGeom>
                  <a:avLst/>
                  <a:gdLst>
                    <a:gd name="connsiteX0" fmla="*/ 0 w 162143"/>
                    <a:gd name="connsiteY0" fmla="*/ 81429 h 162906"/>
                    <a:gd name="connsiteX1" fmla="*/ 81077 w 162143"/>
                    <a:gd name="connsiteY1" fmla="*/ 162906 h 162906"/>
                    <a:gd name="connsiteX2" fmla="*/ 162144 w 162143"/>
                    <a:gd name="connsiteY2" fmla="*/ 81429 h 162906"/>
                    <a:gd name="connsiteX3" fmla="*/ 81077 w 162143"/>
                    <a:gd name="connsiteY3" fmla="*/ 0 h 162906"/>
                    <a:gd name="connsiteX4" fmla="*/ 0 w 162143"/>
                    <a:gd name="connsiteY4" fmla="*/ 81429 h 162906"/>
                    <a:gd name="connsiteX5" fmla="*/ 20860 w 162143"/>
                    <a:gd name="connsiteY5" fmla="*/ 81429 h 162906"/>
                    <a:gd name="connsiteX6" fmla="*/ 81077 w 162143"/>
                    <a:gd name="connsiteY6" fmla="*/ 20860 h 162906"/>
                    <a:gd name="connsiteX7" fmla="*/ 141266 w 162143"/>
                    <a:gd name="connsiteY7" fmla="*/ 81429 h 162906"/>
                    <a:gd name="connsiteX8" fmla="*/ 81077 w 162143"/>
                    <a:gd name="connsiteY8" fmla="*/ 142037 h 162906"/>
                    <a:gd name="connsiteX9" fmla="*/ 20860 w 162143"/>
                    <a:gd name="connsiteY9" fmla="*/ 81429 h 162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43" h="162906">
                      <a:moveTo>
                        <a:pt x="0" y="81429"/>
                      </a:moveTo>
                      <a:cubicBezTo>
                        <a:pt x="0" y="126359"/>
                        <a:pt x="36376" y="162906"/>
                        <a:pt x="81077" y="162906"/>
                      </a:cubicBezTo>
                      <a:cubicBezTo>
                        <a:pt x="125797" y="162906"/>
                        <a:pt x="162144" y="126359"/>
                        <a:pt x="162144" y="81429"/>
                      </a:cubicBezTo>
                      <a:cubicBezTo>
                        <a:pt x="162144" y="36538"/>
                        <a:pt x="125806" y="0"/>
                        <a:pt x="81077" y="0"/>
                      </a:cubicBezTo>
                      <a:cubicBezTo>
                        <a:pt x="36376" y="0"/>
                        <a:pt x="0" y="36538"/>
                        <a:pt x="0" y="81429"/>
                      </a:cubicBezTo>
                      <a:close/>
                      <a:moveTo>
                        <a:pt x="20860" y="81429"/>
                      </a:moveTo>
                      <a:cubicBezTo>
                        <a:pt x="20860" y="48044"/>
                        <a:pt x="47892" y="20860"/>
                        <a:pt x="81077" y="20860"/>
                      </a:cubicBezTo>
                      <a:cubicBezTo>
                        <a:pt x="114290" y="20860"/>
                        <a:pt x="141266" y="48044"/>
                        <a:pt x="141266" y="81429"/>
                      </a:cubicBezTo>
                      <a:cubicBezTo>
                        <a:pt x="141266" y="114853"/>
                        <a:pt x="114290" y="142037"/>
                        <a:pt x="81077" y="142037"/>
                      </a:cubicBezTo>
                      <a:cubicBezTo>
                        <a:pt x="47882" y="142037"/>
                        <a:pt x="20860" y="114853"/>
                        <a:pt x="20860" y="8142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DCA3D804-F68D-BF0C-A3C6-05CA8D548015}"/>
                    </a:ext>
                  </a:extLst>
                </p:cNvPr>
                <p:cNvSpPr/>
                <p:nvPr/>
              </p:nvSpPr>
              <p:spPr>
                <a:xfrm>
                  <a:off x="7173782" y="2069096"/>
                  <a:ext cx="161877" cy="162934"/>
                </a:xfrm>
                <a:custGeom>
                  <a:avLst/>
                  <a:gdLst>
                    <a:gd name="connsiteX0" fmla="*/ 0 w 161877"/>
                    <a:gd name="connsiteY0" fmla="*/ 81467 h 162934"/>
                    <a:gd name="connsiteX1" fmla="*/ 81029 w 161877"/>
                    <a:gd name="connsiteY1" fmla="*/ 162935 h 162934"/>
                    <a:gd name="connsiteX2" fmla="*/ 161877 w 161877"/>
                    <a:gd name="connsiteY2" fmla="*/ 81467 h 162934"/>
                    <a:gd name="connsiteX3" fmla="*/ 81029 w 161877"/>
                    <a:gd name="connsiteY3" fmla="*/ 0 h 162934"/>
                    <a:gd name="connsiteX4" fmla="*/ 0 w 161877"/>
                    <a:gd name="connsiteY4" fmla="*/ 81467 h 162934"/>
                    <a:gd name="connsiteX5" fmla="*/ 20879 w 161877"/>
                    <a:gd name="connsiteY5" fmla="*/ 81467 h 162934"/>
                    <a:gd name="connsiteX6" fmla="*/ 81029 w 161877"/>
                    <a:gd name="connsiteY6" fmla="*/ 20860 h 162934"/>
                    <a:gd name="connsiteX7" fmla="*/ 141008 w 161877"/>
                    <a:gd name="connsiteY7" fmla="*/ 81467 h 162934"/>
                    <a:gd name="connsiteX8" fmla="*/ 81029 w 161877"/>
                    <a:gd name="connsiteY8" fmla="*/ 142065 h 162934"/>
                    <a:gd name="connsiteX9" fmla="*/ 20879 w 161877"/>
                    <a:gd name="connsiteY9" fmla="*/ 8146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877" h="162934">
                      <a:moveTo>
                        <a:pt x="0" y="81467"/>
                      </a:moveTo>
                      <a:cubicBezTo>
                        <a:pt x="0" y="126378"/>
                        <a:pt x="36338" y="162935"/>
                        <a:pt x="81029" y="162935"/>
                      </a:cubicBezTo>
                      <a:cubicBezTo>
                        <a:pt x="125606" y="162935"/>
                        <a:pt x="161877" y="126378"/>
                        <a:pt x="161877" y="81467"/>
                      </a:cubicBezTo>
                      <a:cubicBezTo>
                        <a:pt x="161877" y="36547"/>
                        <a:pt x="125596" y="0"/>
                        <a:pt x="81029" y="0"/>
                      </a:cubicBezTo>
                      <a:cubicBezTo>
                        <a:pt x="36347" y="0"/>
                        <a:pt x="0" y="36538"/>
                        <a:pt x="0" y="81467"/>
                      </a:cubicBezTo>
                      <a:close/>
                      <a:moveTo>
                        <a:pt x="20879" y="81467"/>
                      </a:moveTo>
                      <a:cubicBezTo>
                        <a:pt x="20879" y="48044"/>
                        <a:pt x="47853" y="20860"/>
                        <a:pt x="81029" y="20860"/>
                      </a:cubicBezTo>
                      <a:cubicBezTo>
                        <a:pt x="114100" y="20860"/>
                        <a:pt x="141008" y="48044"/>
                        <a:pt x="141008" y="81467"/>
                      </a:cubicBezTo>
                      <a:cubicBezTo>
                        <a:pt x="141008" y="114881"/>
                        <a:pt x="114100" y="142065"/>
                        <a:pt x="81029" y="142065"/>
                      </a:cubicBezTo>
                      <a:cubicBezTo>
                        <a:pt x="47853" y="142065"/>
                        <a:pt x="20879" y="114881"/>
                        <a:pt x="20879" y="814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75B78F8A-5737-2EBC-83C0-38FA84BF30C0}"/>
                    </a:ext>
                  </a:extLst>
                </p:cNvPr>
                <p:cNvSpPr/>
                <p:nvPr/>
              </p:nvSpPr>
              <p:spPr>
                <a:xfrm>
                  <a:off x="6282661" y="3146602"/>
                  <a:ext cx="161925" cy="162934"/>
                </a:xfrm>
                <a:custGeom>
                  <a:avLst/>
                  <a:gdLst>
                    <a:gd name="connsiteX0" fmla="*/ 0 w 161925"/>
                    <a:gd name="connsiteY0" fmla="*/ 81429 h 162934"/>
                    <a:gd name="connsiteX1" fmla="*/ 81106 w 161925"/>
                    <a:gd name="connsiteY1" fmla="*/ 162935 h 162934"/>
                    <a:gd name="connsiteX2" fmla="*/ 161925 w 161925"/>
                    <a:gd name="connsiteY2" fmla="*/ 81429 h 162934"/>
                    <a:gd name="connsiteX3" fmla="*/ 81106 w 161925"/>
                    <a:gd name="connsiteY3" fmla="*/ 0 h 162934"/>
                    <a:gd name="connsiteX4" fmla="*/ 0 w 161925"/>
                    <a:gd name="connsiteY4" fmla="*/ 81429 h 162934"/>
                    <a:gd name="connsiteX5" fmla="*/ 20850 w 161925"/>
                    <a:gd name="connsiteY5" fmla="*/ 81429 h 162934"/>
                    <a:gd name="connsiteX6" fmla="*/ 81096 w 161925"/>
                    <a:gd name="connsiteY6" fmla="*/ 20860 h 162934"/>
                    <a:gd name="connsiteX7" fmla="*/ 141066 w 161925"/>
                    <a:gd name="connsiteY7" fmla="*/ 81429 h 162934"/>
                    <a:gd name="connsiteX8" fmla="*/ 81096 w 161925"/>
                    <a:gd name="connsiteY8" fmla="*/ 142056 h 162934"/>
                    <a:gd name="connsiteX9" fmla="*/ 20850 w 161925"/>
                    <a:gd name="connsiteY9" fmla="*/ 81429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25" h="162934">
                      <a:moveTo>
                        <a:pt x="0" y="81429"/>
                      </a:moveTo>
                      <a:cubicBezTo>
                        <a:pt x="0" y="126359"/>
                        <a:pt x="36386" y="162935"/>
                        <a:pt x="81106" y="162935"/>
                      </a:cubicBezTo>
                      <a:cubicBezTo>
                        <a:pt x="125682" y="162935"/>
                        <a:pt x="161925" y="126368"/>
                        <a:pt x="161925" y="81429"/>
                      </a:cubicBezTo>
                      <a:cubicBezTo>
                        <a:pt x="161925" y="36529"/>
                        <a:pt x="125673" y="0"/>
                        <a:pt x="81106" y="0"/>
                      </a:cubicBezTo>
                      <a:cubicBezTo>
                        <a:pt x="36386" y="0"/>
                        <a:pt x="0" y="36529"/>
                        <a:pt x="0" y="81429"/>
                      </a:cubicBezTo>
                      <a:close/>
                      <a:moveTo>
                        <a:pt x="20850" y="81429"/>
                      </a:moveTo>
                      <a:cubicBezTo>
                        <a:pt x="20850" y="48025"/>
                        <a:pt x="47911" y="20860"/>
                        <a:pt x="81096" y="20860"/>
                      </a:cubicBezTo>
                      <a:cubicBezTo>
                        <a:pt x="114186" y="20860"/>
                        <a:pt x="141066" y="48035"/>
                        <a:pt x="141066" y="81429"/>
                      </a:cubicBezTo>
                      <a:cubicBezTo>
                        <a:pt x="141066" y="114871"/>
                        <a:pt x="114186" y="142056"/>
                        <a:pt x="81096" y="142056"/>
                      </a:cubicBezTo>
                      <a:cubicBezTo>
                        <a:pt x="47911" y="142065"/>
                        <a:pt x="20850" y="114871"/>
                        <a:pt x="20850" y="8142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03CAB029-9703-18EB-FFA7-D4E5962A5BF2}"/>
                    </a:ext>
                  </a:extLst>
                </p:cNvPr>
                <p:cNvSpPr/>
                <p:nvPr/>
              </p:nvSpPr>
              <p:spPr>
                <a:xfrm>
                  <a:off x="6490563" y="3146602"/>
                  <a:ext cx="161925" cy="162934"/>
                </a:xfrm>
                <a:custGeom>
                  <a:avLst/>
                  <a:gdLst>
                    <a:gd name="connsiteX0" fmla="*/ 0 w 161925"/>
                    <a:gd name="connsiteY0" fmla="*/ 81429 h 162934"/>
                    <a:gd name="connsiteX1" fmla="*/ 81115 w 161925"/>
                    <a:gd name="connsiteY1" fmla="*/ 162935 h 162934"/>
                    <a:gd name="connsiteX2" fmla="*/ 161925 w 161925"/>
                    <a:gd name="connsiteY2" fmla="*/ 81429 h 162934"/>
                    <a:gd name="connsiteX3" fmla="*/ 81115 w 161925"/>
                    <a:gd name="connsiteY3" fmla="*/ 0 h 162934"/>
                    <a:gd name="connsiteX4" fmla="*/ 0 w 161925"/>
                    <a:gd name="connsiteY4" fmla="*/ 81429 h 162934"/>
                    <a:gd name="connsiteX5" fmla="*/ 20850 w 161925"/>
                    <a:gd name="connsiteY5" fmla="*/ 81429 h 162934"/>
                    <a:gd name="connsiteX6" fmla="*/ 81105 w 161925"/>
                    <a:gd name="connsiteY6" fmla="*/ 20860 h 162934"/>
                    <a:gd name="connsiteX7" fmla="*/ 141065 w 161925"/>
                    <a:gd name="connsiteY7" fmla="*/ 81429 h 162934"/>
                    <a:gd name="connsiteX8" fmla="*/ 81105 w 161925"/>
                    <a:gd name="connsiteY8" fmla="*/ 142056 h 162934"/>
                    <a:gd name="connsiteX9" fmla="*/ 20850 w 161925"/>
                    <a:gd name="connsiteY9" fmla="*/ 81429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25" h="162934">
                      <a:moveTo>
                        <a:pt x="0" y="81429"/>
                      </a:moveTo>
                      <a:cubicBezTo>
                        <a:pt x="0" y="126359"/>
                        <a:pt x="36395" y="162935"/>
                        <a:pt x="81115" y="162935"/>
                      </a:cubicBezTo>
                      <a:cubicBezTo>
                        <a:pt x="125682" y="162935"/>
                        <a:pt x="161925" y="126368"/>
                        <a:pt x="161925" y="81429"/>
                      </a:cubicBezTo>
                      <a:cubicBezTo>
                        <a:pt x="161925" y="36529"/>
                        <a:pt x="125673" y="0"/>
                        <a:pt x="81115" y="0"/>
                      </a:cubicBezTo>
                      <a:cubicBezTo>
                        <a:pt x="36395" y="0"/>
                        <a:pt x="0" y="36529"/>
                        <a:pt x="0" y="81429"/>
                      </a:cubicBezTo>
                      <a:close/>
                      <a:moveTo>
                        <a:pt x="20850" y="81429"/>
                      </a:moveTo>
                      <a:cubicBezTo>
                        <a:pt x="20850" y="48025"/>
                        <a:pt x="47911" y="20860"/>
                        <a:pt x="81105" y="20860"/>
                      </a:cubicBezTo>
                      <a:cubicBezTo>
                        <a:pt x="114176" y="20860"/>
                        <a:pt x="141065" y="48035"/>
                        <a:pt x="141065" y="81429"/>
                      </a:cubicBezTo>
                      <a:cubicBezTo>
                        <a:pt x="141065" y="114871"/>
                        <a:pt x="114176" y="142056"/>
                        <a:pt x="81105" y="142056"/>
                      </a:cubicBezTo>
                      <a:cubicBezTo>
                        <a:pt x="47911" y="142065"/>
                        <a:pt x="20850" y="114871"/>
                        <a:pt x="20850" y="8142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9D6A1088-0596-D8D2-1587-61DE1F0E9089}"/>
                    </a:ext>
                  </a:extLst>
                </p:cNvPr>
                <p:cNvSpPr/>
                <p:nvPr/>
              </p:nvSpPr>
              <p:spPr>
                <a:xfrm>
                  <a:off x="6698475" y="3146602"/>
                  <a:ext cx="161953" cy="162934"/>
                </a:xfrm>
                <a:custGeom>
                  <a:avLst/>
                  <a:gdLst>
                    <a:gd name="connsiteX0" fmla="*/ 0 w 161953"/>
                    <a:gd name="connsiteY0" fmla="*/ 81429 h 162934"/>
                    <a:gd name="connsiteX1" fmla="*/ 80877 w 161953"/>
                    <a:gd name="connsiteY1" fmla="*/ 162935 h 162934"/>
                    <a:gd name="connsiteX2" fmla="*/ 161953 w 161953"/>
                    <a:gd name="connsiteY2" fmla="*/ 81429 h 162934"/>
                    <a:gd name="connsiteX3" fmla="*/ 80877 w 161953"/>
                    <a:gd name="connsiteY3" fmla="*/ 0 h 162934"/>
                    <a:gd name="connsiteX4" fmla="*/ 0 w 161953"/>
                    <a:gd name="connsiteY4" fmla="*/ 81429 h 162934"/>
                    <a:gd name="connsiteX5" fmla="*/ 20850 w 161953"/>
                    <a:gd name="connsiteY5" fmla="*/ 81429 h 162934"/>
                    <a:gd name="connsiteX6" fmla="*/ 80877 w 161953"/>
                    <a:gd name="connsiteY6" fmla="*/ 20860 h 162934"/>
                    <a:gd name="connsiteX7" fmla="*/ 141075 w 161953"/>
                    <a:gd name="connsiteY7" fmla="*/ 81429 h 162934"/>
                    <a:gd name="connsiteX8" fmla="*/ 80877 w 161953"/>
                    <a:gd name="connsiteY8" fmla="*/ 142056 h 162934"/>
                    <a:gd name="connsiteX9" fmla="*/ 20850 w 161953"/>
                    <a:gd name="connsiteY9" fmla="*/ 81429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53" h="162934">
                      <a:moveTo>
                        <a:pt x="0" y="81429"/>
                      </a:moveTo>
                      <a:cubicBezTo>
                        <a:pt x="0" y="126359"/>
                        <a:pt x="36261" y="162935"/>
                        <a:pt x="80877" y="162935"/>
                      </a:cubicBezTo>
                      <a:cubicBezTo>
                        <a:pt x="125568" y="162935"/>
                        <a:pt x="161953" y="126368"/>
                        <a:pt x="161953" y="81429"/>
                      </a:cubicBezTo>
                      <a:cubicBezTo>
                        <a:pt x="161953" y="36529"/>
                        <a:pt x="125578" y="0"/>
                        <a:pt x="80877" y="0"/>
                      </a:cubicBezTo>
                      <a:cubicBezTo>
                        <a:pt x="36261" y="0"/>
                        <a:pt x="0" y="36529"/>
                        <a:pt x="0" y="81429"/>
                      </a:cubicBezTo>
                      <a:close/>
                      <a:moveTo>
                        <a:pt x="20850" y="81429"/>
                      </a:moveTo>
                      <a:cubicBezTo>
                        <a:pt x="20850" y="48025"/>
                        <a:pt x="47758" y="20860"/>
                        <a:pt x="80877" y="20860"/>
                      </a:cubicBezTo>
                      <a:cubicBezTo>
                        <a:pt x="114071" y="20860"/>
                        <a:pt x="141075" y="48035"/>
                        <a:pt x="141075" y="81429"/>
                      </a:cubicBezTo>
                      <a:cubicBezTo>
                        <a:pt x="141075" y="114871"/>
                        <a:pt x="114071" y="142056"/>
                        <a:pt x="80877" y="142056"/>
                      </a:cubicBezTo>
                      <a:cubicBezTo>
                        <a:pt x="47768" y="142065"/>
                        <a:pt x="20850" y="114871"/>
                        <a:pt x="20850" y="8142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33A94E84-1E8D-4BB6-C88C-D12C7679BD00}"/>
                    </a:ext>
                  </a:extLst>
                </p:cNvPr>
                <p:cNvSpPr/>
                <p:nvPr/>
              </p:nvSpPr>
              <p:spPr>
                <a:xfrm>
                  <a:off x="6906367" y="3146602"/>
                  <a:ext cx="161934" cy="162934"/>
                </a:xfrm>
                <a:custGeom>
                  <a:avLst/>
                  <a:gdLst>
                    <a:gd name="connsiteX0" fmla="*/ 0 w 161934"/>
                    <a:gd name="connsiteY0" fmla="*/ 81429 h 162934"/>
                    <a:gd name="connsiteX1" fmla="*/ 80905 w 161934"/>
                    <a:gd name="connsiteY1" fmla="*/ 162935 h 162934"/>
                    <a:gd name="connsiteX2" fmla="*/ 161935 w 161934"/>
                    <a:gd name="connsiteY2" fmla="*/ 81429 h 162934"/>
                    <a:gd name="connsiteX3" fmla="*/ 80905 w 161934"/>
                    <a:gd name="connsiteY3" fmla="*/ 0 h 162934"/>
                    <a:gd name="connsiteX4" fmla="*/ 0 w 161934"/>
                    <a:gd name="connsiteY4" fmla="*/ 81429 h 162934"/>
                    <a:gd name="connsiteX5" fmla="*/ 20869 w 161934"/>
                    <a:gd name="connsiteY5" fmla="*/ 81429 h 162934"/>
                    <a:gd name="connsiteX6" fmla="*/ 80915 w 161934"/>
                    <a:gd name="connsiteY6" fmla="*/ 20860 h 162934"/>
                    <a:gd name="connsiteX7" fmla="*/ 141065 w 161934"/>
                    <a:gd name="connsiteY7" fmla="*/ 81429 h 162934"/>
                    <a:gd name="connsiteX8" fmla="*/ 80915 w 161934"/>
                    <a:gd name="connsiteY8" fmla="*/ 142056 h 162934"/>
                    <a:gd name="connsiteX9" fmla="*/ 20869 w 161934"/>
                    <a:gd name="connsiteY9" fmla="*/ 81429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34" h="162934">
                      <a:moveTo>
                        <a:pt x="0" y="81429"/>
                      </a:moveTo>
                      <a:cubicBezTo>
                        <a:pt x="0" y="126359"/>
                        <a:pt x="36309" y="162935"/>
                        <a:pt x="80905" y="162935"/>
                      </a:cubicBezTo>
                      <a:cubicBezTo>
                        <a:pt x="125587" y="162935"/>
                        <a:pt x="161935" y="126368"/>
                        <a:pt x="161935" y="81429"/>
                      </a:cubicBezTo>
                      <a:cubicBezTo>
                        <a:pt x="161935" y="36529"/>
                        <a:pt x="125597" y="0"/>
                        <a:pt x="80905" y="0"/>
                      </a:cubicBezTo>
                      <a:cubicBezTo>
                        <a:pt x="36309" y="0"/>
                        <a:pt x="0" y="36529"/>
                        <a:pt x="0" y="81429"/>
                      </a:cubicBezTo>
                      <a:close/>
                      <a:moveTo>
                        <a:pt x="20869" y="81429"/>
                      </a:moveTo>
                      <a:cubicBezTo>
                        <a:pt x="20869" y="48025"/>
                        <a:pt x="47815" y="20860"/>
                        <a:pt x="80915" y="20860"/>
                      </a:cubicBezTo>
                      <a:cubicBezTo>
                        <a:pt x="114090" y="20860"/>
                        <a:pt x="141065" y="48035"/>
                        <a:pt x="141065" y="81429"/>
                      </a:cubicBezTo>
                      <a:cubicBezTo>
                        <a:pt x="141065" y="114871"/>
                        <a:pt x="114090" y="142056"/>
                        <a:pt x="80915" y="142056"/>
                      </a:cubicBezTo>
                      <a:cubicBezTo>
                        <a:pt x="47815" y="142065"/>
                        <a:pt x="20869" y="114871"/>
                        <a:pt x="20869" y="8142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2E6529A6-1AE2-2E31-5892-8D2C1A537F31}"/>
                    </a:ext>
                  </a:extLst>
                </p:cNvPr>
                <p:cNvSpPr/>
                <p:nvPr/>
              </p:nvSpPr>
              <p:spPr>
                <a:xfrm>
                  <a:off x="7321972" y="3146602"/>
                  <a:ext cx="162144" cy="162934"/>
                </a:xfrm>
                <a:custGeom>
                  <a:avLst/>
                  <a:gdLst>
                    <a:gd name="connsiteX0" fmla="*/ 0 w 162144"/>
                    <a:gd name="connsiteY0" fmla="*/ 81429 h 162934"/>
                    <a:gd name="connsiteX1" fmla="*/ 81125 w 162144"/>
                    <a:gd name="connsiteY1" fmla="*/ 162935 h 162934"/>
                    <a:gd name="connsiteX2" fmla="*/ 162144 w 162144"/>
                    <a:gd name="connsiteY2" fmla="*/ 81429 h 162934"/>
                    <a:gd name="connsiteX3" fmla="*/ 81125 w 162144"/>
                    <a:gd name="connsiteY3" fmla="*/ 0 h 162934"/>
                    <a:gd name="connsiteX4" fmla="*/ 0 w 162144"/>
                    <a:gd name="connsiteY4" fmla="*/ 81429 h 162934"/>
                    <a:gd name="connsiteX5" fmla="*/ 20869 w 162144"/>
                    <a:gd name="connsiteY5" fmla="*/ 81429 h 162934"/>
                    <a:gd name="connsiteX6" fmla="*/ 81115 w 162144"/>
                    <a:gd name="connsiteY6" fmla="*/ 20860 h 162934"/>
                    <a:gd name="connsiteX7" fmla="*/ 141265 w 162144"/>
                    <a:gd name="connsiteY7" fmla="*/ 81429 h 162934"/>
                    <a:gd name="connsiteX8" fmla="*/ 81115 w 162144"/>
                    <a:gd name="connsiteY8" fmla="*/ 142056 h 162934"/>
                    <a:gd name="connsiteX9" fmla="*/ 20869 w 162144"/>
                    <a:gd name="connsiteY9" fmla="*/ 81429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44" h="162934">
                      <a:moveTo>
                        <a:pt x="0" y="81429"/>
                      </a:moveTo>
                      <a:cubicBezTo>
                        <a:pt x="0" y="126359"/>
                        <a:pt x="36405" y="162935"/>
                        <a:pt x="81125" y="162935"/>
                      </a:cubicBezTo>
                      <a:cubicBezTo>
                        <a:pt x="125787" y="162935"/>
                        <a:pt x="162144" y="126368"/>
                        <a:pt x="162144" y="81429"/>
                      </a:cubicBezTo>
                      <a:cubicBezTo>
                        <a:pt x="162144" y="36529"/>
                        <a:pt x="125797" y="0"/>
                        <a:pt x="81125" y="0"/>
                      </a:cubicBezTo>
                      <a:cubicBezTo>
                        <a:pt x="36405" y="0"/>
                        <a:pt x="0" y="36529"/>
                        <a:pt x="0" y="81429"/>
                      </a:cubicBezTo>
                      <a:close/>
                      <a:moveTo>
                        <a:pt x="20869" y="81429"/>
                      </a:moveTo>
                      <a:cubicBezTo>
                        <a:pt x="20869" y="48025"/>
                        <a:pt x="47911" y="20860"/>
                        <a:pt x="81115" y="20860"/>
                      </a:cubicBezTo>
                      <a:cubicBezTo>
                        <a:pt x="114281" y="20860"/>
                        <a:pt x="141265" y="48035"/>
                        <a:pt x="141265" y="81429"/>
                      </a:cubicBezTo>
                      <a:cubicBezTo>
                        <a:pt x="141265" y="114871"/>
                        <a:pt x="114281" y="142056"/>
                        <a:pt x="81115" y="142056"/>
                      </a:cubicBezTo>
                      <a:cubicBezTo>
                        <a:pt x="47911" y="142065"/>
                        <a:pt x="20869" y="114871"/>
                        <a:pt x="20869" y="8142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155F1491-864A-248D-DBCF-06E601F1F573}"/>
                    </a:ext>
                  </a:extLst>
                </p:cNvPr>
                <p:cNvSpPr/>
                <p:nvPr/>
              </p:nvSpPr>
              <p:spPr>
                <a:xfrm>
                  <a:off x="7529883" y="3146602"/>
                  <a:ext cx="162172" cy="162934"/>
                </a:xfrm>
                <a:custGeom>
                  <a:avLst/>
                  <a:gdLst>
                    <a:gd name="connsiteX0" fmla="*/ 0 w 162172"/>
                    <a:gd name="connsiteY0" fmla="*/ 81429 h 162934"/>
                    <a:gd name="connsiteX1" fmla="*/ 81086 w 162172"/>
                    <a:gd name="connsiteY1" fmla="*/ 162935 h 162934"/>
                    <a:gd name="connsiteX2" fmla="*/ 162173 w 162172"/>
                    <a:gd name="connsiteY2" fmla="*/ 81429 h 162934"/>
                    <a:gd name="connsiteX3" fmla="*/ 81086 w 162172"/>
                    <a:gd name="connsiteY3" fmla="*/ 0 h 162934"/>
                    <a:gd name="connsiteX4" fmla="*/ 0 w 162172"/>
                    <a:gd name="connsiteY4" fmla="*/ 81429 h 162934"/>
                    <a:gd name="connsiteX5" fmla="*/ 20860 w 162172"/>
                    <a:gd name="connsiteY5" fmla="*/ 81429 h 162934"/>
                    <a:gd name="connsiteX6" fmla="*/ 81077 w 162172"/>
                    <a:gd name="connsiteY6" fmla="*/ 20860 h 162934"/>
                    <a:gd name="connsiteX7" fmla="*/ 141294 w 162172"/>
                    <a:gd name="connsiteY7" fmla="*/ 81429 h 162934"/>
                    <a:gd name="connsiteX8" fmla="*/ 81077 w 162172"/>
                    <a:gd name="connsiteY8" fmla="*/ 142056 h 162934"/>
                    <a:gd name="connsiteX9" fmla="*/ 20860 w 162172"/>
                    <a:gd name="connsiteY9" fmla="*/ 81429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72" h="162934">
                      <a:moveTo>
                        <a:pt x="0" y="81429"/>
                      </a:moveTo>
                      <a:cubicBezTo>
                        <a:pt x="0" y="126359"/>
                        <a:pt x="36366" y="162935"/>
                        <a:pt x="81086" y="162935"/>
                      </a:cubicBezTo>
                      <a:cubicBezTo>
                        <a:pt x="125787" y="162935"/>
                        <a:pt x="162173" y="126368"/>
                        <a:pt x="162173" y="81429"/>
                      </a:cubicBezTo>
                      <a:cubicBezTo>
                        <a:pt x="162173" y="36529"/>
                        <a:pt x="125796" y="0"/>
                        <a:pt x="81086" y="0"/>
                      </a:cubicBezTo>
                      <a:cubicBezTo>
                        <a:pt x="36366" y="0"/>
                        <a:pt x="0" y="36529"/>
                        <a:pt x="0" y="81429"/>
                      </a:cubicBezTo>
                      <a:close/>
                      <a:moveTo>
                        <a:pt x="20860" y="81429"/>
                      </a:moveTo>
                      <a:cubicBezTo>
                        <a:pt x="20860" y="48025"/>
                        <a:pt x="47873" y="20860"/>
                        <a:pt x="81077" y="20860"/>
                      </a:cubicBezTo>
                      <a:cubicBezTo>
                        <a:pt x="114272" y="20860"/>
                        <a:pt x="141294" y="48035"/>
                        <a:pt x="141294" y="81429"/>
                      </a:cubicBezTo>
                      <a:cubicBezTo>
                        <a:pt x="141294" y="114871"/>
                        <a:pt x="114272" y="142056"/>
                        <a:pt x="81077" y="142056"/>
                      </a:cubicBezTo>
                      <a:cubicBezTo>
                        <a:pt x="47873" y="142065"/>
                        <a:pt x="20860" y="114871"/>
                        <a:pt x="20860" y="8142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C60FE6B5-1EAA-6B92-557B-E81706530760}"/>
                    </a:ext>
                  </a:extLst>
                </p:cNvPr>
                <p:cNvSpPr/>
                <p:nvPr/>
              </p:nvSpPr>
              <p:spPr>
                <a:xfrm>
                  <a:off x="6441509" y="3325749"/>
                  <a:ext cx="161925" cy="162925"/>
                </a:xfrm>
                <a:custGeom>
                  <a:avLst/>
                  <a:gdLst>
                    <a:gd name="connsiteX0" fmla="*/ 0 w 161925"/>
                    <a:gd name="connsiteY0" fmla="*/ 81467 h 162925"/>
                    <a:gd name="connsiteX1" fmla="*/ 80877 w 161925"/>
                    <a:gd name="connsiteY1" fmla="*/ 162925 h 162925"/>
                    <a:gd name="connsiteX2" fmla="*/ 161925 w 161925"/>
                    <a:gd name="connsiteY2" fmla="*/ 81467 h 162925"/>
                    <a:gd name="connsiteX3" fmla="*/ 80877 w 161925"/>
                    <a:gd name="connsiteY3" fmla="*/ 0 h 162925"/>
                    <a:gd name="connsiteX4" fmla="*/ 0 w 161925"/>
                    <a:gd name="connsiteY4" fmla="*/ 81467 h 162925"/>
                    <a:gd name="connsiteX5" fmla="*/ 20860 w 161925"/>
                    <a:gd name="connsiteY5" fmla="*/ 81467 h 162925"/>
                    <a:gd name="connsiteX6" fmla="*/ 80886 w 161925"/>
                    <a:gd name="connsiteY6" fmla="*/ 20860 h 162925"/>
                    <a:gd name="connsiteX7" fmla="*/ 141075 w 161925"/>
                    <a:gd name="connsiteY7" fmla="*/ 81467 h 162925"/>
                    <a:gd name="connsiteX8" fmla="*/ 80886 w 161925"/>
                    <a:gd name="connsiteY8" fmla="*/ 142075 h 162925"/>
                    <a:gd name="connsiteX9" fmla="*/ 20860 w 161925"/>
                    <a:gd name="connsiteY9" fmla="*/ 81467 h 16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25" h="162925">
                      <a:moveTo>
                        <a:pt x="0" y="81467"/>
                      </a:moveTo>
                      <a:cubicBezTo>
                        <a:pt x="0" y="126387"/>
                        <a:pt x="36281" y="162925"/>
                        <a:pt x="80877" y="162925"/>
                      </a:cubicBezTo>
                      <a:cubicBezTo>
                        <a:pt x="125568" y="162925"/>
                        <a:pt x="161925" y="126387"/>
                        <a:pt x="161925" y="81467"/>
                      </a:cubicBezTo>
                      <a:cubicBezTo>
                        <a:pt x="161925" y="36538"/>
                        <a:pt x="125578" y="0"/>
                        <a:pt x="80877" y="0"/>
                      </a:cubicBezTo>
                      <a:cubicBezTo>
                        <a:pt x="36281" y="0"/>
                        <a:pt x="0" y="36547"/>
                        <a:pt x="0" y="81467"/>
                      </a:cubicBezTo>
                      <a:close/>
                      <a:moveTo>
                        <a:pt x="20860" y="81467"/>
                      </a:moveTo>
                      <a:cubicBezTo>
                        <a:pt x="20860" y="48044"/>
                        <a:pt x="47787" y="20860"/>
                        <a:pt x="80886" y="20860"/>
                      </a:cubicBezTo>
                      <a:cubicBezTo>
                        <a:pt x="114062" y="20860"/>
                        <a:pt x="141075" y="48044"/>
                        <a:pt x="141075" y="81467"/>
                      </a:cubicBezTo>
                      <a:cubicBezTo>
                        <a:pt x="141075" y="114881"/>
                        <a:pt x="114062" y="142075"/>
                        <a:pt x="80886" y="142075"/>
                      </a:cubicBezTo>
                      <a:cubicBezTo>
                        <a:pt x="47787" y="142075"/>
                        <a:pt x="20860" y="114890"/>
                        <a:pt x="20860" y="814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44D3F3CD-168F-79C8-1505-23EAB54EC44B}"/>
                    </a:ext>
                  </a:extLst>
                </p:cNvPr>
                <p:cNvSpPr/>
                <p:nvPr/>
              </p:nvSpPr>
              <p:spPr>
                <a:xfrm>
                  <a:off x="6649211" y="3325749"/>
                  <a:ext cx="162106" cy="162925"/>
                </a:xfrm>
                <a:custGeom>
                  <a:avLst/>
                  <a:gdLst>
                    <a:gd name="connsiteX0" fmla="*/ 0 w 162106"/>
                    <a:gd name="connsiteY0" fmla="*/ 81467 h 162925"/>
                    <a:gd name="connsiteX1" fmla="*/ 81096 w 162106"/>
                    <a:gd name="connsiteY1" fmla="*/ 162925 h 162925"/>
                    <a:gd name="connsiteX2" fmla="*/ 162106 w 162106"/>
                    <a:gd name="connsiteY2" fmla="*/ 81467 h 162925"/>
                    <a:gd name="connsiteX3" fmla="*/ 81096 w 162106"/>
                    <a:gd name="connsiteY3" fmla="*/ 0 h 162925"/>
                    <a:gd name="connsiteX4" fmla="*/ 0 w 162106"/>
                    <a:gd name="connsiteY4" fmla="*/ 81467 h 162925"/>
                    <a:gd name="connsiteX5" fmla="*/ 20869 w 162106"/>
                    <a:gd name="connsiteY5" fmla="*/ 81467 h 162925"/>
                    <a:gd name="connsiteX6" fmla="*/ 81086 w 162106"/>
                    <a:gd name="connsiteY6" fmla="*/ 20860 h 162925"/>
                    <a:gd name="connsiteX7" fmla="*/ 141218 w 162106"/>
                    <a:gd name="connsiteY7" fmla="*/ 81467 h 162925"/>
                    <a:gd name="connsiteX8" fmla="*/ 81086 w 162106"/>
                    <a:gd name="connsiteY8" fmla="*/ 142075 h 162925"/>
                    <a:gd name="connsiteX9" fmla="*/ 20869 w 162106"/>
                    <a:gd name="connsiteY9" fmla="*/ 81467 h 16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06" h="162925">
                      <a:moveTo>
                        <a:pt x="0" y="81467"/>
                      </a:moveTo>
                      <a:cubicBezTo>
                        <a:pt x="0" y="126387"/>
                        <a:pt x="36367" y="162925"/>
                        <a:pt x="81096" y="162925"/>
                      </a:cubicBezTo>
                      <a:cubicBezTo>
                        <a:pt x="125759" y="162925"/>
                        <a:pt x="162106" y="126387"/>
                        <a:pt x="162106" y="81467"/>
                      </a:cubicBezTo>
                      <a:cubicBezTo>
                        <a:pt x="162106" y="36538"/>
                        <a:pt x="125768" y="0"/>
                        <a:pt x="81096" y="0"/>
                      </a:cubicBezTo>
                      <a:cubicBezTo>
                        <a:pt x="36367" y="0"/>
                        <a:pt x="0" y="36547"/>
                        <a:pt x="0" y="81467"/>
                      </a:cubicBezTo>
                      <a:close/>
                      <a:moveTo>
                        <a:pt x="20869" y="81467"/>
                      </a:moveTo>
                      <a:cubicBezTo>
                        <a:pt x="20869" y="48044"/>
                        <a:pt x="47873" y="20860"/>
                        <a:pt x="81086" y="20860"/>
                      </a:cubicBezTo>
                      <a:cubicBezTo>
                        <a:pt x="114243" y="20860"/>
                        <a:pt x="141218" y="48044"/>
                        <a:pt x="141218" y="81467"/>
                      </a:cubicBezTo>
                      <a:cubicBezTo>
                        <a:pt x="141218" y="114881"/>
                        <a:pt x="114243" y="142075"/>
                        <a:pt x="81086" y="142075"/>
                      </a:cubicBezTo>
                      <a:cubicBezTo>
                        <a:pt x="47873" y="142075"/>
                        <a:pt x="20869" y="114890"/>
                        <a:pt x="20869" y="814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A0E26C9B-4D5F-003B-7E41-1E36FB924881}"/>
                    </a:ext>
                  </a:extLst>
                </p:cNvPr>
                <p:cNvSpPr/>
                <p:nvPr/>
              </p:nvSpPr>
              <p:spPr>
                <a:xfrm>
                  <a:off x="6857114" y="3325749"/>
                  <a:ext cx="162143" cy="162925"/>
                </a:xfrm>
                <a:custGeom>
                  <a:avLst/>
                  <a:gdLst>
                    <a:gd name="connsiteX0" fmla="*/ 0 w 162143"/>
                    <a:gd name="connsiteY0" fmla="*/ 81467 h 162925"/>
                    <a:gd name="connsiteX1" fmla="*/ 81010 w 162143"/>
                    <a:gd name="connsiteY1" fmla="*/ 162925 h 162925"/>
                    <a:gd name="connsiteX2" fmla="*/ 162144 w 162143"/>
                    <a:gd name="connsiteY2" fmla="*/ 81467 h 162925"/>
                    <a:gd name="connsiteX3" fmla="*/ 81010 w 162143"/>
                    <a:gd name="connsiteY3" fmla="*/ 0 h 162925"/>
                    <a:gd name="connsiteX4" fmla="*/ 0 w 162143"/>
                    <a:gd name="connsiteY4" fmla="*/ 81467 h 162925"/>
                    <a:gd name="connsiteX5" fmla="*/ 20859 w 162143"/>
                    <a:gd name="connsiteY5" fmla="*/ 81467 h 162925"/>
                    <a:gd name="connsiteX6" fmla="*/ 81010 w 162143"/>
                    <a:gd name="connsiteY6" fmla="*/ 20860 h 162925"/>
                    <a:gd name="connsiteX7" fmla="*/ 141265 w 162143"/>
                    <a:gd name="connsiteY7" fmla="*/ 81467 h 162925"/>
                    <a:gd name="connsiteX8" fmla="*/ 81010 w 162143"/>
                    <a:gd name="connsiteY8" fmla="*/ 142075 h 162925"/>
                    <a:gd name="connsiteX9" fmla="*/ 20859 w 162143"/>
                    <a:gd name="connsiteY9" fmla="*/ 81467 h 16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43" h="162925">
                      <a:moveTo>
                        <a:pt x="0" y="81467"/>
                      </a:moveTo>
                      <a:cubicBezTo>
                        <a:pt x="0" y="126387"/>
                        <a:pt x="36338" y="162925"/>
                        <a:pt x="81010" y="162925"/>
                      </a:cubicBezTo>
                      <a:cubicBezTo>
                        <a:pt x="125758" y="162925"/>
                        <a:pt x="162144" y="126387"/>
                        <a:pt x="162144" y="81467"/>
                      </a:cubicBezTo>
                      <a:cubicBezTo>
                        <a:pt x="162144" y="36538"/>
                        <a:pt x="125768" y="0"/>
                        <a:pt x="81010" y="0"/>
                      </a:cubicBezTo>
                      <a:cubicBezTo>
                        <a:pt x="36347" y="0"/>
                        <a:pt x="0" y="36547"/>
                        <a:pt x="0" y="81467"/>
                      </a:cubicBezTo>
                      <a:close/>
                      <a:moveTo>
                        <a:pt x="20859" y="81467"/>
                      </a:moveTo>
                      <a:cubicBezTo>
                        <a:pt x="20859" y="48044"/>
                        <a:pt x="47853" y="20860"/>
                        <a:pt x="81010" y="20860"/>
                      </a:cubicBezTo>
                      <a:cubicBezTo>
                        <a:pt x="114252" y="20860"/>
                        <a:pt x="141265" y="48044"/>
                        <a:pt x="141265" y="81467"/>
                      </a:cubicBezTo>
                      <a:cubicBezTo>
                        <a:pt x="141265" y="114881"/>
                        <a:pt x="114252" y="142075"/>
                        <a:pt x="81010" y="142075"/>
                      </a:cubicBezTo>
                      <a:cubicBezTo>
                        <a:pt x="47853" y="142075"/>
                        <a:pt x="20859" y="114890"/>
                        <a:pt x="20859" y="814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4C97B10B-D5B3-1413-9C2E-1314629C4107}"/>
                    </a:ext>
                  </a:extLst>
                </p:cNvPr>
                <p:cNvSpPr/>
                <p:nvPr/>
              </p:nvSpPr>
              <p:spPr>
                <a:xfrm>
                  <a:off x="7272928" y="3325749"/>
                  <a:ext cx="162124" cy="162925"/>
                </a:xfrm>
                <a:custGeom>
                  <a:avLst/>
                  <a:gdLst>
                    <a:gd name="connsiteX0" fmla="*/ 0 w 162124"/>
                    <a:gd name="connsiteY0" fmla="*/ 81467 h 162925"/>
                    <a:gd name="connsiteX1" fmla="*/ 81076 w 162124"/>
                    <a:gd name="connsiteY1" fmla="*/ 162925 h 162925"/>
                    <a:gd name="connsiteX2" fmla="*/ 162125 w 162124"/>
                    <a:gd name="connsiteY2" fmla="*/ 81467 h 162925"/>
                    <a:gd name="connsiteX3" fmla="*/ 81076 w 162124"/>
                    <a:gd name="connsiteY3" fmla="*/ 0 h 162925"/>
                    <a:gd name="connsiteX4" fmla="*/ 0 w 162124"/>
                    <a:gd name="connsiteY4" fmla="*/ 81467 h 162925"/>
                    <a:gd name="connsiteX5" fmla="*/ 20860 w 162124"/>
                    <a:gd name="connsiteY5" fmla="*/ 81467 h 162925"/>
                    <a:gd name="connsiteX6" fmla="*/ 81076 w 162124"/>
                    <a:gd name="connsiteY6" fmla="*/ 20860 h 162925"/>
                    <a:gd name="connsiteX7" fmla="*/ 141265 w 162124"/>
                    <a:gd name="connsiteY7" fmla="*/ 81467 h 162925"/>
                    <a:gd name="connsiteX8" fmla="*/ 81076 w 162124"/>
                    <a:gd name="connsiteY8" fmla="*/ 142075 h 162925"/>
                    <a:gd name="connsiteX9" fmla="*/ 20860 w 162124"/>
                    <a:gd name="connsiteY9" fmla="*/ 81467 h 16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24" h="162925">
                      <a:moveTo>
                        <a:pt x="0" y="81467"/>
                      </a:moveTo>
                      <a:cubicBezTo>
                        <a:pt x="0" y="126387"/>
                        <a:pt x="36376" y="162925"/>
                        <a:pt x="81076" y="162925"/>
                      </a:cubicBezTo>
                      <a:cubicBezTo>
                        <a:pt x="125778" y="162925"/>
                        <a:pt x="162125" y="126387"/>
                        <a:pt x="162125" y="81467"/>
                      </a:cubicBezTo>
                      <a:cubicBezTo>
                        <a:pt x="162125" y="36538"/>
                        <a:pt x="125787" y="0"/>
                        <a:pt x="81076" y="0"/>
                      </a:cubicBezTo>
                      <a:cubicBezTo>
                        <a:pt x="36386" y="0"/>
                        <a:pt x="0" y="36547"/>
                        <a:pt x="0" y="81467"/>
                      </a:cubicBezTo>
                      <a:close/>
                      <a:moveTo>
                        <a:pt x="20860" y="81467"/>
                      </a:moveTo>
                      <a:cubicBezTo>
                        <a:pt x="20860" y="48044"/>
                        <a:pt x="47892" y="20860"/>
                        <a:pt x="81076" y="20860"/>
                      </a:cubicBezTo>
                      <a:cubicBezTo>
                        <a:pt x="114272" y="20860"/>
                        <a:pt x="141265" y="48044"/>
                        <a:pt x="141265" y="81467"/>
                      </a:cubicBezTo>
                      <a:cubicBezTo>
                        <a:pt x="141265" y="114881"/>
                        <a:pt x="114272" y="142075"/>
                        <a:pt x="81076" y="142075"/>
                      </a:cubicBezTo>
                      <a:cubicBezTo>
                        <a:pt x="47892" y="142075"/>
                        <a:pt x="20860" y="114890"/>
                        <a:pt x="20860" y="814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D64F3F8E-25E5-6B68-6369-B91630984BF2}"/>
                    </a:ext>
                  </a:extLst>
                </p:cNvPr>
                <p:cNvSpPr/>
                <p:nvPr/>
              </p:nvSpPr>
              <p:spPr>
                <a:xfrm>
                  <a:off x="7480830" y="3325749"/>
                  <a:ext cx="162077" cy="162925"/>
                </a:xfrm>
                <a:custGeom>
                  <a:avLst/>
                  <a:gdLst>
                    <a:gd name="connsiteX0" fmla="*/ 0 w 162077"/>
                    <a:gd name="connsiteY0" fmla="*/ 81467 h 162925"/>
                    <a:gd name="connsiteX1" fmla="*/ 81096 w 162077"/>
                    <a:gd name="connsiteY1" fmla="*/ 162925 h 162925"/>
                    <a:gd name="connsiteX2" fmla="*/ 162078 w 162077"/>
                    <a:gd name="connsiteY2" fmla="*/ 81467 h 162925"/>
                    <a:gd name="connsiteX3" fmla="*/ 81096 w 162077"/>
                    <a:gd name="connsiteY3" fmla="*/ 0 h 162925"/>
                    <a:gd name="connsiteX4" fmla="*/ 0 w 162077"/>
                    <a:gd name="connsiteY4" fmla="*/ 81467 h 162925"/>
                    <a:gd name="connsiteX5" fmla="*/ 20870 w 162077"/>
                    <a:gd name="connsiteY5" fmla="*/ 81467 h 162925"/>
                    <a:gd name="connsiteX6" fmla="*/ 81086 w 162077"/>
                    <a:gd name="connsiteY6" fmla="*/ 20860 h 162925"/>
                    <a:gd name="connsiteX7" fmla="*/ 141208 w 162077"/>
                    <a:gd name="connsiteY7" fmla="*/ 81467 h 162925"/>
                    <a:gd name="connsiteX8" fmla="*/ 81086 w 162077"/>
                    <a:gd name="connsiteY8" fmla="*/ 142075 h 162925"/>
                    <a:gd name="connsiteX9" fmla="*/ 20870 w 162077"/>
                    <a:gd name="connsiteY9" fmla="*/ 81467 h 16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077" h="162925">
                      <a:moveTo>
                        <a:pt x="0" y="81467"/>
                      </a:moveTo>
                      <a:cubicBezTo>
                        <a:pt x="0" y="126387"/>
                        <a:pt x="36395" y="162925"/>
                        <a:pt x="81096" y="162925"/>
                      </a:cubicBezTo>
                      <a:cubicBezTo>
                        <a:pt x="125749" y="162925"/>
                        <a:pt x="162078" y="126387"/>
                        <a:pt x="162078" y="81467"/>
                      </a:cubicBezTo>
                      <a:cubicBezTo>
                        <a:pt x="162078" y="36538"/>
                        <a:pt x="125749" y="0"/>
                        <a:pt x="81096" y="0"/>
                      </a:cubicBezTo>
                      <a:cubicBezTo>
                        <a:pt x="36395" y="0"/>
                        <a:pt x="0" y="36547"/>
                        <a:pt x="0" y="81467"/>
                      </a:cubicBezTo>
                      <a:close/>
                      <a:moveTo>
                        <a:pt x="20870" y="81467"/>
                      </a:moveTo>
                      <a:cubicBezTo>
                        <a:pt x="20870" y="48044"/>
                        <a:pt x="47883" y="20860"/>
                        <a:pt x="81086" y="20860"/>
                      </a:cubicBezTo>
                      <a:cubicBezTo>
                        <a:pt x="114224" y="20860"/>
                        <a:pt x="141208" y="48044"/>
                        <a:pt x="141208" y="81467"/>
                      </a:cubicBezTo>
                      <a:cubicBezTo>
                        <a:pt x="141208" y="114881"/>
                        <a:pt x="114224" y="142075"/>
                        <a:pt x="81086" y="142075"/>
                      </a:cubicBezTo>
                      <a:cubicBezTo>
                        <a:pt x="47883" y="142075"/>
                        <a:pt x="20870" y="114890"/>
                        <a:pt x="20870" y="814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60F9AABC-57A5-306C-C05B-576073E5C001}"/>
                    </a:ext>
                  </a:extLst>
                </p:cNvPr>
                <p:cNvSpPr/>
                <p:nvPr/>
              </p:nvSpPr>
              <p:spPr>
                <a:xfrm>
                  <a:off x="6350698" y="2787395"/>
                  <a:ext cx="162172" cy="162934"/>
                </a:xfrm>
                <a:custGeom>
                  <a:avLst/>
                  <a:gdLst>
                    <a:gd name="connsiteX0" fmla="*/ 0 w 162172"/>
                    <a:gd name="connsiteY0" fmla="*/ 81448 h 162934"/>
                    <a:gd name="connsiteX1" fmla="*/ 81039 w 162172"/>
                    <a:gd name="connsiteY1" fmla="*/ 162935 h 162934"/>
                    <a:gd name="connsiteX2" fmla="*/ 162173 w 162172"/>
                    <a:gd name="connsiteY2" fmla="*/ 81448 h 162934"/>
                    <a:gd name="connsiteX3" fmla="*/ 81039 w 162172"/>
                    <a:gd name="connsiteY3" fmla="*/ 0 h 162934"/>
                    <a:gd name="connsiteX4" fmla="*/ 0 w 162172"/>
                    <a:gd name="connsiteY4" fmla="*/ 81448 h 162934"/>
                    <a:gd name="connsiteX5" fmla="*/ 20860 w 162172"/>
                    <a:gd name="connsiteY5" fmla="*/ 81448 h 162934"/>
                    <a:gd name="connsiteX6" fmla="*/ 81039 w 162172"/>
                    <a:gd name="connsiteY6" fmla="*/ 20860 h 162934"/>
                    <a:gd name="connsiteX7" fmla="*/ 141294 w 162172"/>
                    <a:gd name="connsiteY7" fmla="*/ 81448 h 162934"/>
                    <a:gd name="connsiteX8" fmla="*/ 81039 w 162172"/>
                    <a:gd name="connsiteY8" fmla="*/ 142075 h 162934"/>
                    <a:gd name="connsiteX9" fmla="*/ 20860 w 162172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72" h="162934">
                      <a:moveTo>
                        <a:pt x="0" y="81448"/>
                      </a:moveTo>
                      <a:cubicBezTo>
                        <a:pt x="0" y="126387"/>
                        <a:pt x="36376" y="162935"/>
                        <a:pt x="81039" y="162935"/>
                      </a:cubicBezTo>
                      <a:cubicBezTo>
                        <a:pt x="125787" y="162935"/>
                        <a:pt x="162173" y="126397"/>
                        <a:pt x="162173" y="81448"/>
                      </a:cubicBezTo>
                      <a:cubicBezTo>
                        <a:pt x="162173" y="36538"/>
                        <a:pt x="125797" y="0"/>
                        <a:pt x="81039" y="0"/>
                      </a:cubicBezTo>
                      <a:cubicBezTo>
                        <a:pt x="36386" y="0"/>
                        <a:pt x="0" y="36547"/>
                        <a:pt x="0" y="81448"/>
                      </a:cubicBezTo>
                      <a:close/>
                      <a:moveTo>
                        <a:pt x="20860" y="81448"/>
                      </a:moveTo>
                      <a:cubicBezTo>
                        <a:pt x="20860" y="48044"/>
                        <a:pt x="47882" y="20860"/>
                        <a:pt x="81039" y="20860"/>
                      </a:cubicBezTo>
                      <a:cubicBezTo>
                        <a:pt x="114281" y="20860"/>
                        <a:pt x="141294" y="48044"/>
                        <a:pt x="141294" y="81448"/>
                      </a:cubicBezTo>
                      <a:cubicBezTo>
                        <a:pt x="141294" y="114871"/>
                        <a:pt x="114281" y="142075"/>
                        <a:pt x="81039" y="142075"/>
                      </a:cubicBezTo>
                      <a:cubicBezTo>
                        <a:pt x="47882" y="142075"/>
                        <a:pt x="20860" y="114871"/>
                        <a:pt x="20860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6758A198-5A7E-1F12-1D5E-BBD0C49141D3}"/>
                    </a:ext>
                  </a:extLst>
                </p:cNvPr>
                <p:cNvSpPr/>
                <p:nvPr/>
              </p:nvSpPr>
              <p:spPr>
                <a:xfrm>
                  <a:off x="6558600" y="2787395"/>
                  <a:ext cx="161963" cy="162934"/>
                </a:xfrm>
                <a:custGeom>
                  <a:avLst/>
                  <a:gdLst>
                    <a:gd name="connsiteX0" fmla="*/ 0 w 161963"/>
                    <a:gd name="connsiteY0" fmla="*/ 81448 h 162934"/>
                    <a:gd name="connsiteX1" fmla="*/ 81048 w 161963"/>
                    <a:gd name="connsiteY1" fmla="*/ 162935 h 162934"/>
                    <a:gd name="connsiteX2" fmla="*/ 161963 w 161963"/>
                    <a:gd name="connsiteY2" fmla="*/ 81448 h 162934"/>
                    <a:gd name="connsiteX3" fmla="*/ 81048 w 161963"/>
                    <a:gd name="connsiteY3" fmla="*/ 0 h 162934"/>
                    <a:gd name="connsiteX4" fmla="*/ 0 w 161963"/>
                    <a:gd name="connsiteY4" fmla="*/ 81448 h 162934"/>
                    <a:gd name="connsiteX5" fmla="*/ 20869 w 161963"/>
                    <a:gd name="connsiteY5" fmla="*/ 81448 h 162934"/>
                    <a:gd name="connsiteX6" fmla="*/ 81048 w 161963"/>
                    <a:gd name="connsiteY6" fmla="*/ 20860 h 162934"/>
                    <a:gd name="connsiteX7" fmla="*/ 141094 w 161963"/>
                    <a:gd name="connsiteY7" fmla="*/ 81448 h 162934"/>
                    <a:gd name="connsiteX8" fmla="*/ 81048 w 161963"/>
                    <a:gd name="connsiteY8" fmla="*/ 142075 h 162934"/>
                    <a:gd name="connsiteX9" fmla="*/ 20869 w 161963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63" h="162934">
                      <a:moveTo>
                        <a:pt x="0" y="81448"/>
                      </a:moveTo>
                      <a:cubicBezTo>
                        <a:pt x="0" y="126387"/>
                        <a:pt x="36376" y="162935"/>
                        <a:pt x="81048" y="162935"/>
                      </a:cubicBezTo>
                      <a:cubicBezTo>
                        <a:pt x="125682" y="162935"/>
                        <a:pt x="161963" y="126397"/>
                        <a:pt x="161963" y="81448"/>
                      </a:cubicBezTo>
                      <a:cubicBezTo>
                        <a:pt x="161963" y="36538"/>
                        <a:pt x="125673" y="0"/>
                        <a:pt x="81048" y="0"/>
                      </a:cubicBezTo>
                      <a:cubicBezTo>
                        <a:pt x="36386" y="0"/>
                        <a:pt x="0" y="36547"/>
                        <a:pt x="0" y="81448"/>
                      </a:cubicBezTo>
                      <a:close/>
                      <a:moveTo>
                        <a:pt x="20869" y="81448"/>
                      </a:moveTo>
                      <a:cubicBezTo>
                        <a:pt x="20869" y="48044"/>
                        <a:pt x="47892" y="20860"/>
                        <a:pt x="81048" y="20860"/>
                      </a:cubicBezTo>
                      <a:cubicBezTo>
                        <a:pt x="114167" y="20860"/>
                        <a:pt x="141094" y="48044"/>
                        <a:pt x="141094" y="81448"/>
                      </a:cubicBezTo>
                      <a:cubicBezTo>
                        <a:pt x="141094" y="114871"/>
                        <a:pt x="114167" y="142075"/>
                        <a:pt x="81048" y="142075"/>
                      </a:cubicBezTo>
                      <a:cubicBezTo>
                        <a:pt x="47892" y="142075"/>
                        <a:pt x="20869" y="114871"/>
                        <a:pt x="20869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5FF62140-8506-0F02-E81C-BC5FE3F8B598}"/>
                    </a:ext>
                  </a:extLst>
                </p:cNvPr>
                <p:cNvSpPr/>
                <p:nvPr/>
              </p:nvSpPr>
              <p:spPr>
                <a:xfrm>
                  <a:off x="6766502" y="2787395"/>
                  <a:ext cx="161972" cy="162934"/>
                </a:xfrm>
                <a:custGeom>
                  <a:avLst/>
                  <a:gdLst>
                    <a:gd name="connsiteX0" fmla="*/ 0 w 161972"/>
                    <a:gd name="connsiteY0" fmla="*/ 81448 h 162934"/>
                    <a:gd name="connsiteX1" fmla="*/ 80915 w 161972"/>
                    <a:gd name="connsiteY1" fmla="*/ 162935 h 162934"/>
                    <a:gd name="connsiteX2" fmla="*/ 161972 w 161972"/>
                    <a:gd name="connsiteY2" fmla="*/ 81448 h 162934"/>
                    <a:gd name="connsiteX3" fmla="*/ 80915 w 161972"/>
                    <a:gd name="connsiteY3" fmla="*/ 0 h 162934"/>
                    <a:gd name="connsiteX4" fmla="*/ 0 w 161972"/>
                    <a:gd name="connsiteY4" fmla="*/ 81448 h 162934"/>
                    <a:gd name="connsiteX5" fmla="*/ 20869 w 161972"/>
                    <a:gd name="connsiteY5" fmla="*/ 81448 h 162934"/>
                    <a:gd name="connsiteX6" fmla="*/ 80915 w 161972"/>
                    <a:gd name="connsiteY6" fmla="*/ 20860 h 162934"/>
                    <a:gd name="connsiteX7" fmla="*/ 141103 w 161972"/>
                    <a:gd name="connsiteY7" fmla="*/ 81448 h 162934"/>
                    <a:gd name="connsiteX8" fmla="*/ 80915 w 161972"/>
                    <a:gd name="connsiteY8" fmla="*/ 142075 h 162934"/>
                    <a:gd name="connsiteX9" fmla="*/ 20869 w 161972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72" h="162934">
                      <a:moveTo>
                        <a:pt x="0" y="81448"/>
                      </a:moveTo>
                      <a:cubicBezTo>
                        <a:pt x="0" y="126387"/>
                        <a:pt x="36309" y="162935"/>
                        <a:pt x="80915" y="162935"/>
                      </a:cubicBezTo>
                      <a:cubicBezTo>
                        <a:pt x="125625" y="162935"/>
                        <a:pt x="161972" y="126397"/>
                        <a:pt x="161972" y="81448"/>
                      </a:cubicBezTo>
                      <a:cubicBezTo>
                        <a:pt x="161972" y="36538"/>
                        <a:pt x="125635" y="0"/>
                        <a:pt x="80915" y="0"/>
                      </a:cubicBezTo>
                      <a:cubicBezTo>
                        <a:pt x="36309" y="0"/>
                        <a:pt x="0" y="36547"/>
                        <a:pt x="0" y="81448"/>
                      </a:cubicBezTo>
                      <a:close/>
                      <a:moveTo>
                        <a:pt x="20869" y="81448"/>
                      </a:moveTo>
                      <a:cubicBezTo>
                        <a:pt x="20869" y="48044"/>
                        <a:pt x="47815" y="20860"/>
                        <a:pt x="80915" y="20860"/>
                      </a:cubicBezTo>
                      <a:cubicBezTo>
                        <a:pt x="114119" y="20860"/>
                        <a:pt x="141103" y="48044"/>
                        <a:pt x="141103" y="81448"/>
                      </a:cubicBezTo>
                      <a:cubicBezTo>
                        <a:pt x="141103" y="114871"/>
                        <a:pt x="114119" y="142075"/>
                        <a:pt x="80915" y="142075"/>
                      </a:cubicBezTo>
                      <a:cubicBezTo>
                        <a:pt x="47815" y="142075"/>
                        <a:pt x="20869" y="114871"/>
                        <a:pt x="20869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8D150921-B78E-9DF2-F698-16B92350E0B6}"/>
                    </a:ext>
                  </a:extLst>
                </p:cNvPr>
                <p:cNvSpPr/>
                <p:nvPr/>
              </p:nvSpPr>
              <p:spPr>
                <a:xfrm>
                  <a:off x="7182126" y="2787395"/>
                  <a:ext cx="162115" cy="162934"/>
                </a:xfrm>
                <a:custGeom>
                  <a:avLst/>
                  <a:gdLst>
                    <a:gd name="connsiteX0" fmla="*/ 0 w 162115"/>
                    <a:gd name="connsiteY0" fmla="*/ 81448 h 162934"/>
                    <a:gd name="connsiteX1" fmla="*/ 81106 w 162115"/>
                    <a:gd name="connsiteY1" fmla="*/ 162935 h 162934"/>
                    <a:gd name="connsiteX2" fmla="*/ 162116 w 162115"/>
                    <a:gd name="connsiteY2" fmla="*/ 81448 h 162934"/>
                    <a:gd name="connsiteX3" fmla="*/ 81106 w 162115"/>
                    <a:gd name="connsiteY3" fmla="*/ 0 h 162934"/>
                    <a:gd name="connsiteX4" fmla="*/ 0 w 162115"/>
                    <a:gd name="connsiteY4" fmla="*/ 81448 h 162934"/>
                    <a:gd name="connsiteX5" fmla="*/ 20860 w 162115"/>
                    <a:gd name="connsiteY5" fmla="*/ 81448 h 162934"/>
                    <a:gd name="connsiteX6" fmla="*/ 81106 w 162115"/>
                    <a:gd name="connsiteY6" fmla="*/ 20860 h 162934"/>
                    <a:gd name="connsiteX7" fmla="*/ 141256 w 162115"/>
                    <a:gd name="connsiteY7" fmla="*/ 81448 h 162934"/>
                    <a:gd name="connsiteX8" fmla="*/ 81106 w 162115"/>
                    <a:gd name="connsiteY8" fmla="*/ 142075 h 162934"/>
                    <a:gd name="connsiteX9" fmla="*/ 20860 w 162115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15" h="162934">
                      <a:moveTo>
                        <a:pt x="0" y="81448"/>
                      </a:moveTo>
                      <a:cubicBezTo>
                        <a:pt x="0" y="126387"/>
                        <a:pt x="36386" y="162935"/>
                        <a:pt x="81106" y="162935"/>
                      </a:cubicBezTo>
                      <a:cubicBezTo>
                        <a:pt x="125768" y="162935"/>
                        <a:pt x="162116" y="126397"/>
                        <a:pt x="162116" y="81448"/>
                      </a:cubicBezTo>
                      <a:cubicBezTo>
                        <a:pt x="162116" y="36538"/>
                        <a:pt x="125778" y="0"/>
                        <a:pt x="81106" y="0"/>
                      </a:cubicBezTo>
                      <a:cubicBezTo>
                        <a:pt x="36395" y="0"/>
                        <a:pt x="0" y="36547"/>
                        <a:pt x="0" y="81448"/>
                      </a:cubicBezTo>
                      <a:close/>
                      <a:moveTo>
                        <a:pt x="20860" y="81448"/>
                      </a:moveTo>
                      <a:cubicBezTo>
                        <a:pt x="20860" y="48044"/>
                        <a:pt x="47911" y="20860"/>
                        <a:pt x="81106" y="20860"/>
                      </a:cubicBezTo>
                      <a:cubicBezTo>
                        <a:pt x="114262" y="20860"/>
                        <a:pt x="141256" y="48044"/>
                        <a:pt x="141256" y="81448"/>
                      </a:cubicBezTo>
                      <a:cubicBezTo>
                        <a:pt x="141256" y="114871"/>
                        <a:pt x="114262" y="142075"/>
                        <a:pt x="81106" y="142075"/>
                      </a:cubicBezTo>
                      <a:cubicBezTo>
                        <a:pt x="47911" y="142075"/>
                        <a:pt x="20860" y="114871"/>
                        <a:pt x="20860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CA48C2F1-75C8-21F6-3413-884C255A9ACD}"/>
                    </a:ext>
                  </a:extLst>
                </p:cNvPr>
                <p:cNvSpPr/>
                <p:nvPr/>
              </p:nvSpPr>
              <p:spPr>
                <a:xfrm>
                  <a:off x="7390094" y="2787395"/>
                  <a:ext cx="162087" cy="162934"/>
                </a:xfrm>
                <a:custGeom>
                  <a:avLst/>
                  <a:gdLst>
                    <a:gd name="connsiteX0" fmla="*/ 0 w 162087"/>
                    <a:gd name="connsiteY0" fmla="*/ 81448 h 162934"/>
                    <a:gd name="connsiteX1" fmla="*/ 80982 w 162087"/>
                    <a:gd name="connsiteY1" fmla="*/ 162935 h 162934"/>
                    <a:gd name="connsiteX2" fmla="*/ 162087 w 162087"/>
                    <a:gd name="connsiteY2" fmla="*/ 81448 h 162934"/>
                    <a:gd name="connsiteX3" fmla="*/ 80982 w 162087"/>
                    <a:gd name="connsiteY3" fmla="*/ 0 h 162934"/>
                    <a:gd name="connsiteX4" fmla="*/ 0 w 162087"/>
                    <a:gd name="connsiteY4" fmla="*/ 81448 h 162934"/>
                    <a:gd name="connsiteX5" fmla="*/ 20860 w 162087"/>
                    <a:gd name="connsiteY5" fmla="*/ 81448 h 162934"/>
                    <a:gd name="connsiteX6" fmla="*/ 80982 w 162087"/>
                    <a:gd name="connsiteY6" fmla="*/ 20860 h 162934"/>
                    <a:gd name="connsiteX7" fmla="*/ 141227 w 162087"/>
                    <a:gd name="connsiteY7" fmla="*/ 81448 h 162934"/>
                    <a:gd name="connsiteX8" fmla="*/ 80982 w 162087"/>
                    <a:gd name="connsiteY8" fmla="*/ 142075 h 162934"/>
                    <a:gd name="connsiteX9" fmla="*/ 20860 w 162087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087" h="162934">
                      <a:moveTo>
                        <a:pt x="0" y="81448"/>
                      </a:moveTo>
                      <a:cubicBezTo>
                        <a:pt x="0" y="126387"/>
                        <a:pt x="36309" y="162935"/>
                        <a:pt x="80982" y="162935"/>
                      </a:cubicBezTo>
                      <a:cubicBezTo>
                        <a:pt x="125711" y="162935"/>
                        <a:pt x="162087" y="126397"/>
                        <a:pt x="162087" y="81448"/>
                      </a:cubicBezTo>
                      <a:cubicBezTo>
                        <a:pt x="162087" y="36538"/>
                        <a:pt x="125721" y="0"/>
                        <a:pt x="80982" y="0"/>
                      </a:cubicBezTo>
                      <a:cubicBezTo>
                        <a:pt x="36319" y="0"/>
                        <a:pt x="0" y="36547"/>
                        <a:pt x="0" y="81448"/>
                      </a:cubicBezTo>
                      <a:close/>
                      <a:moveTo>
                        <a:pt x="20860" y="81448"/>
                      </a:moveTo>
                      <a:cubicBezTo>
                        <a:pt x="20860" y="48044"/>
                        <a:pt x="47816" y="20860"/>
                        <a:pt x="80982" y="20860"/>
                      </a:cubicBezTo>
                      <a:cubicBezTo>
                        <a:pt x="114205" y="20860"/>
                        <a:pt x="141227" y="48044"/>
                        <a:pt x="141227" y="81448"/>
                      </a:cubicBezTo>
                      <a:cubicBezTo>
                        <a:pt x="141227" y="114871"/>
                        <a:pt x="114205" y="142075"/>
                        <a:pt x="80982" y="142075"/>
                      </a:cubicBezTo>
                      <a:cubicBezTo>
                        <a:pt x="47816" y="142075"/>
                        <a:pt x="20860" y="114871"/>
                        <a:pt x="20860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FFC13E54-606F-8487-2036-A2F2E9D55D3D}"/>
                    </a:ext>
                  </a:extLst>
                </p:cNvPr>
                <p:cNvSpPr/>
                <p:nvPr/>
              </p:nvSpPr>
              <p:spPr>
                <a:xfrm>
                  <a:off x="7597930" y="2787395"/>
                  <a:ext cx="162172" cy="162934"/>
                </a:xfrm>
                <a:custGeom>
                  <a:avLst/>
                  <a:gdLst>
                    <a:gd name="connsiteX0" fmla="*/ 0 w 162172"/>
                    <a:gd name="connsiteY0" fmla="*/ 81448 h 162934"/>
                    <a:gd name="connsiteX1" fmla="*/ 81125 w 162172"/>
                    <a:gd name="connsiteY1" fmla="*/ 162935 h 162934"/>
                    <a:gd name="connsiteX2" fmla="*/ 162173 w 162172"/>
                    <a:gd name="connsiteY2" fmla="*/ 81448 h 162934"/>
                    <a:gd name="connsiteX3" fmla="*/ 81125 w 162172"/>
                    <a:gd name="connsiteY3" fmla="*/ 0 h 162934"/>
                    <a:gd name="connsiteX4" fmla="*/ 0 w 162172"/>
                    <a:gd name="connsiteY4" fmla="*/ 81448 h 162934"/>
                    <a:gd name="connsiteX5" fmla="*/ 20870 w 162172"/>
                    <a:gd name="connsiteY5" fmla="*/ 81448 h 162934"/>
                    <a:gd name="connsiteX6" fmla="*/ 81115 w 162172"/>
                    <a:gd name="connsiteY6" fmla="*/ 20860 h 162934"/>
                    <a:gd name="connsiteX7" fmla="*/ 141304 w 162172"/>
                    <a:gd name="connsiteY7" fmla="*/ 81448 h 162934"/>
                    <a:gd name="connsiteX8" fmla="*/ 81115 w 162172"/>
                    <a:gd name="connsiteY8" fmla="*/ 142075 h 162934"/>
                    <a:gd name="connsiteX9" fmla="*/ 20870 w 162172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72" h="162934">
                      <a:moveTo>
                        <a:pt x="0" y="81448"/>
                      </a:moveTo>
                      <a:cubicBezTo>
                        <a:pt x="0" y="126387"/>
                        <a:pt x="36386" y="162935"/>
                        <a:pt x="81125" y="162935"/>
                      </a:cubicBezTo>
                      <a:cubicBezTo>
                        <a:pt x="125825" y="162935"/>
                        <a:pt x="162173" y="126397"/>
                        <a:pt x="162173" y="81448"/>
                      </a:cubicBezTo>
                      <a:cubicBezTo>
                        <a:pt x="162173" y="36538"/>
                        <a:pt x="125835" y="0"/>
                        <a:pt x="81125" y="0"/>
                      </a:cubicBezTo>
                      <a:cubicBezTo>
                        <a:pt x="36386" y="0"/>
                        <a:pt x="0" y="36547"/>
                        <a:pt x="0" y="81448"/>
                      </a:cubicBezTo>
                      <a:close/>
                      <a:moveTo>
                        <a:pt x="20870" y="81448"/>
                      </a:moveTo>
                      <a:cubicBezTo>
                        <a:pt x="20870" y="48044"/>
                        <a:pt x="47911" y="20860"/>
                        <a:pt x="81115" y="20860"/>
                      </a:cubicBezTo>
                      <a:cubicBezTo>
                        <a:pt x="114310" y="20860"/>
                        <a:pt x="141304" y="48044"/>
                        <a:pt x="141304" y="81448"/>
                      </a:cubicBezTo>
                      <a:cubicBezTo>
                        <a:pt x="141304" y="114871"/>
                        <a:pt x="114310" y="142075"/>
                        <a:pt x="81115" y="142075"/>
                      </a:cubicBezTo>
                      <a:cubicBezTo>
                        <a:pt x="47911" y="142075"/>
                        <a:pt x="20870" y="114871"/>
                        <a:pt x="20870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7399D6E8-C1FB-01D8-7286-36D786F426D1}"/>
                    </a:ext>
                  </a:extLst>
                </p:cNvPr>
                <p:cNvSpPr/>
                <p:nvPr/>
              </p:nvSpPr>
              <p:spPr>
                <a:xfrm>
                  <a:off x="6250590" y="2966389"/>
                  <a:ext cx="162105" cy="162934"/>
                </a:xfrm>
                <a:custGeom>
                  <a:avLst/>
                  <a:gdLst>
                    <a:gd name="connsiteX0" fmla="*/ 23679 w 162105"/>
                    <a:gd name="connsiteY0" fmla="*/ 23946 h 162934"/>
                    <a:gd name="connsiteX1" fmla="*/ 0 w 162105"/>
                    <a:gd name="connsiteY1" fmla="*/ 81467 h 162934"/>
                    <a:gd name="connsiteX2" fmla="*/ 81010 w 162105"/>
                    <a:gd name="connsiteY2" fmla="*/ 162935 h 162934"/>
                    <a:gd name="connsiteX3" fmla="*/ 162106 w 162105"/>
                    <a:gd name="connsiteY3" fmla="*/ 81467 h 162934"/>
                    <a:gd name="connsiteX4" fmla="*/ 138341 w 162105"/>
                    <a:gd name="connsiteY4" fmla="*/ 23927 h 162934"/>
                    <a:gd name="connsiteX5" fmla="*/ 81010 w 162105"/>
                    <a:gd name="connsiteY5" fmla="*/ 0 h 162934"/>
                    <a:gd name="connsiteX6" fmla="*/ 23679 w 162105"/>
                    <a:gd name="connsiteY6" fmla="*/ 23946 h 162934"/>
                    <a:gd name="connsiteX7" fmla="*/ 20869 w 162105"/>
                    <a:gd name="connsiteY7" fmla="*/ 81467 h 162934"/>
                    <a:gd name="connsiteX8" fmla="*/ 38500 w 162105"/>
                    <a:gd name="connsiteY8" fmla="*/ 38624 h 162934"/>
                    <a:gd name="connsiteX9" fmla="*/ 81010 w 162105"/>
                    <a:gd name="connsiteY9" fmla="*/ 20869 h 162934"/>
                    <a:gd name="connsiteX10" fmla="*/ 123558 w 162105"/>
                    <a:gd name="connsiteY10" fmla="*/ 38643 h 162934"/>
                    <a:gd name="connsiteX11" fmla="*/ 141227 w 162105"/>
                    <a:gd name="connsiteY11" fmla="*/ 81467 h 162934"/>
                    <a:gd name="connsiteX12" fmla="*/ 81010 w 162105"/>
                    <a:gd name="connsiteY12" fmla="*/ 142075 h 162934"/>
                    <a:gd name="connsiteX13" fmla="*/ 20869 w 162105"/>
                    <a:gd name="connsiteY13" fmla="*/ 8146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62105" h="162934">
                      <a:moveTo>
                        <a:pt x="23679" y="23946"/>
                      </a:moveTo>
                      <a:cubicBezTo>
                        <a:pt x="8411" y="39329"/>
                        <a:pt x="0" y="59750"/>
                        <a:pt x="0" y="81467"/>
                      </a:cubicBezTo>
                      <a:cubicBezTo>
                        <a:pt x="0" y="126387"/>
                        <a:pt x="36338" y="162935"/>
                        <a:pt x="81010" y="162935"/>
                      </a:cubicBezTo>
                      <a:cubicBezTo>
                        <a:pt x="125720" y="162935"/>
                        <a:pt x="162106" y="126387"/>
                        <a:pt x="162106" y="81467"/>
                      </a:cubicBezTo>
                      <a:cubicBezTo>
                        <a:pt x="162106" y="59769"/>
                        <a:pt x="153686" y="39338"/>
                        <a:pt x="138341" y="23927"/>
                      </a:cubicBezTo>
                      <a:cubicBezTo>
                        <a:pt x="123006" y="8496"/>
                        <a:pt x="102641" y="0"/>
                        <a:pt x="81010" y="0"/>
                      </a:cubicBezTo>
                      <a:cubicBezTo>
                        <a:pt x="59331" y="10"/>
                        <a:pt x="38957" y="8506"/>
                        <a:pt x="23679" y="23946"/>
                      </a:cubicBezTo>
                      <a:close/>
                      <a:moveTo>
                        <a:pt x="20869" y="81467"/>
                      </a:moveTo>
                      <a:cubicBezTo>
                        <a:pt x="20869" y="65303"/>
                        <a:pt x="27118" y="50073"/>
                        <a:pt x="38500" y="38624"/>
                      </a:cubicBezTo>
                      <a:cubicBezTo>
                        <a:pt x="49835" y="27165"/>
                        <a:pt x="64941" y="20869"/>
                        <a:pt x="81010" y="20869"/>
                      </a:cubicBezTo>
                      <a:cubicBezTo>
                        <a:pt x="97031" y="20869"/>
                        <a:pt x="112157" y="27184"/>
                        <a:pt x="123558" y="38643"/>
                      </a:cubicBezTo>
                      <a:cubicBezTo>
                        <a:pt x="134950" y="50111"/>
                        <a:pt x="141227" y="65322"/>
                        <a:pt x="141227" y="81467"/>
                      </a:cubicBezTo>
                      <a:cubicBezTo>
                        <a:pt x="141227" y="114890"/>
                        <a:pt x="114214" y="142075"/>
                        <a:pt x="81010" y="142075"/>
                      </a:cubicBezTo>
                      <a:cubicBezTo>
                        <a:pt x="47844" y="142075"/>
                        <a:pt x="20869" y="114890"/>
                        <a:pt x="20869" y="814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A6F0F555-0124-AB75-5F3A-B8B2AF50C5CE}"/>
                    </a:ext>
                  </a:extLst>
                </p:cNvPr>
                <p:cNvSpPr/>
                <p:nvPr/>
              </p:nvSpPr>
              <p:spPr>
                <a:xfrm>
                  <a:off x="6458435" y="2966408"/>
                  <a:ext cx="161925" cy="162925"/>
                </a:xfrm>
                <a:custGeom>
                  <a:avLst/>
                  <a:gdLst>
                    <a:gd name="connsiteX0" fmla="*/ 23689 w 161925"/>
                    <a:gd name="connsiteY0" fmla="*/ 23917 h 162925"/>
                    <a:gd name="connsiteX1" fmla="*/ 0 w 161925"/>
                    <a:gd name="connsiteY1" fmla="*/ 81458 h 162925"/>
                    <a:gd name="connsiteX2" fmla="*/ 81106 w 161925"/>
                    <a:gd name="connsiteY2" fmla="*/ 162925 h 162925"/>
                    <a:gd name="connsiteX3" fmla="*/ 161925 w 161925"/>
                    <a:gd name="connsiteY3" fmla="*/ 81458 h 162925"/>
                    <a:gd name="connsiteX4" fmla="*/ 138312 w 161925"/>
                    <a:gd name="connsiteY4" fmla="*/ 23936 h 162925"/>
                    <a:gd name="connsiteX5" fmla="*/ 81096 w 161925"/>
                    <a:gd name="connsiteY5" fmla="*/ 0 h 162925"/>
                    <a:gd name="connsiteX6" fmla="*/ 23689 w 161925"/>
                    <a:gd name="connsiteY6" fmla="*/ 23917 h 162925"/>
                    <a:gd name="connsiteX7" fmla="*/ 20850 w 161925"/>
                    <a:gd name="connsiteY7" fmla="*/ 81448 h 162925"/>
                    <a:gd name="connsiteX8" fmla="*/ 38510 w 161925"/>
                    <a:gd name="connsiteY8" fmla="*/ 38624 h 162925"/>
                    <a:gd name="connsiteX9" fmla="*/ 81106 w 161925"/>
                    <a:gd name="connsiteY9" fmla="*/ 20850 h 162925"/>
                    <a:gd name="connsiteX10" fmla="*/ 123473 w 161925"/>
                    <a:gd name="connsiteY10" fmla="*/ 38605 h 162925"/>
                    <a:gd name="connsiteX11" fmla="*/ 141065 w 161925"/>
                    <a:gd name="connsiteY11" fmla="*/ 81448 h 162925"/>
                    <a:gd name="connsiteX12" fmla="*/ 81106 w 161925"/>
                    <a:gd name="connsiteY12" fmla="*/ 142056 h 162925"/>
                    <a:gd name="connsiteX13" fmla="*/ 20850 w 161925"/>
                    <a:gd name="connsiteY13" fmla="*/ 81448 h 16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61925" h="162925">
                      <a:moveTo>
                        <a:pt x="23689" y="23917"/>
                      </a:moveTo>
                      <a:cubicBezTo>
                        <a:pt x="8411" y="39310"/>
                        <a:pt x="0" y="59741"/>
                        <a:pt x="0" y="81458"/>
                      </a:cubicBezTo>
                      <a:cubicBezTo>
                        <a:pt x="0" y="126378"/>
                        <a:pt x="36386" y="162925"/>
                        <a:pt x="81106" y="162925"/>
                      </a:cubicBezTo>
                      <a:cubicBezTo>
                        <a:pt x="125682" y="162925"/>
                        <a:pt x="161925" y="126378"/>
                        <a:pt x="161925" y="81458"/>
                      </a:cubicBezTo>
                      <a:cubicBezTo>
                        <a:pt x="161925" y="59760"/>
                        <a:pt x="153534" y="39329"/>
                        <a:pt x="138312" y="23936"/>
                      </a:cubicBezTo>
                      <a:cubicBezTo>
                        <a:pt x="123034" y="8506"/>
                        <a:pt x="102708" y="0"/>
                        <a:pt x="81096" y="0"/>
                      </a:cubicBezTo>
                      <a:cubicBezTo>
                        <a:pt x="59407" y="-9"/>
                        <a:pt x="39033" y="8487"/>
                        <a:pt x="23689" y="23917"/>
                      </a:cubicBezTo>
                      <a:close/>
                      <a:moveTo>
                        <a:pt x="20850" y="81448"/>
                      </a:moveTo>
                      <a:cubicBezTo>
                        <a:pt x="20850" y="65284"/>
                        <a:pt x="27146" y="50073"/>
                        <a:pt x="38510" y="38624"/>
                      </a:cubicBezTo>
                      <a:cubicBezTo>
                        <a:pt x="49882" y="27146"/>
                        <a:pt x="65037" y="20850"/>
                        <a:pt x="81106" y="20850"/>
                      </a:cubicBezTo>
                      <a:cubicBezTo>
                        <a:pt x="97098" y="20850"/>
                        <a:pt x="112148" y="27146"/>
                        <a:pt x="123473" y="38605"/>
                      </a:cubicBezTo>
                      <a:cubicBezTo>
                        <a:pt x="134798" y="50073"/>
                        <a:pt x="141065" y="65284"/>
                        <a:pt x="141065" y="81448"/>
                      </a:cubicBezTo>
                      <a:cubicBezTo>
                        <a:pt x="141065" y="114871"/>
                        <a:pt x="114176" y="142056"/>
                        <a:pt x="81106" y="142056"/>
                      </a:cubicBezTo>
                      <a:cubicBezTo>
                        <a:pt x="47901" y="142056"/>
                        <a:pt x="20850" y="114871"/>
                        <a:pt x="20850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44BA6470-99B4-1DF7-30EC-60EBEC757071}"/>
                    </a:ext>
                  </a:extLst>
                </p:cNvPr>
                <p:cNvSpPr/>
                <p:nvPr/>
              </p:nvSpPr>
              <p:spPr>
                <a:xfrm>
                  <a:off x="6666404" y="2966399"/>
                  <a:ext cx="161858" cy="162924"/>
                </a:xfrm>
                <a:custGeom>
                  <a:avLst/>
                  <a:gdLst>
                    <a:gd name="connsiteX0" fmla="*/ 23613 w 161858"/>
                    <a:gd name="connsiteY0" fmla="*/ 23936 h 162924"/>
                    <a:gd name="connsiteX1" fmla="*/ 0 w 161858"/>
                    <a:gd name="connsiteY1" fmla="*/ 81458 h 162924"/>
                    <a:gd name="connsiteX2" fmla="*/ 80810 w 161858"/>
                    <a:gd name="connsiteY2" fmla="*/ 162925 h 162924"/>
                    <a:gd name="connsiteX3" fmla="*/ 161858 w 161858"/>
                    <a:gd name="connsiteY3" fmla="*/ 81458 h 162924"/>
                    <a:gd name="connsiteX4" fmla="*/ 80810 w 161858"/>
                    <a:gd name="connsiteY4" fmla="*/ 0 h 162924"/>
                    <a:gd name="connsiteX5" fmla="*/ 23613 w 161858"/>
                    <a:gd name="connsiteY5" fmla="*/ 23936 h 162924"/>
                    <a:gd name="connsiteX6" fmla="*/ 20850 w 161858"/>
                    <a:gd name="connsiteY6" fmla="*/ 81458 h 162924"/>
                    <a:gd name="connsiteX7" fmla="*/ 38452 w 161858"/>
                    <a:gd name="connsiteY7" fmla="*/ 38614 h 162924"/>
                    <a:gd name="connsiteX8" fmla="*/ 80810 w 161858"/>
                    <a:gd name="connsiteY8" fmla="*/ 20859 h 162924"/>
                    <a:gd name="connsiteX9" fmla="*/ 140998 w 161858"/>
                    <a:gd name="connsiteY9" fmla="*/ 81458 h 162924"/>
                    <a:gd name="connsiteX10" fmla="*/ 80810 w 161858"/>
                    <a:gd name="connsiteY10" fmla="*/ 142065 h 162924"/>
                    <a:gd name="connsiteX11" fmla="*/ 20850 w 161858"/>
                    <a:gd name="connsiteY11" fmla="*/ 81458 h 16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1858" h="162924">
                      <a:moveTo>
                        <a:pt x="23613" y="23936"/>
                      </a:moveTo>
                      <a:cubicBezTo>
                        <a:pt x="8382" y="39329"/>
                        <a:pt x="0" y="59760"/>
                        <a:pt x="0" y="81458"/>
                      </a:cubicBezTo>
                      <a:cubicBezTo>
                        <a:pt x="0" y="126377"/>
                        <a:pt x="36252" y="162925"/>
                        <a:pt x="80810" y="162925"/>
                      </a:cubicBezTo>
                      <a:cubicBezTo>
                        <a:pt x="125511" y="162925"/>
                        <a:pt x="161858" y="126377"/>
                        <a:pt x="161858" y="81458"/>
                      </a:cubicBezTo>
                      <a:cubicBezTo>
                        <a:pt x="161858" y="36547"/>
                        <a:pt x="125520" y="0"/>
                        <a:pt x="80810" y="0"/>
                      </a:cubicBezTo>
                      <a:cubicBezTo>
                        <a:pt x="59207" y="0"/>
                        <a:pt x="38919" y="8506"/>
                        <a:pt x="23613" y="23936"/>
                      </a:cubicBezTo>
                      <a:close/>
                      <a:moveTo>
                        <a:pt x="20850" y="81458"/>
                      </a:moveTo>
                      <a:cubicBezTo>
                        <a:pt x="20850" y="65294"/>
                        <a:pt x="27118" y="50082"/>
                        <a:pt x="38452" y="38614"/>
                      </a:cubicBezTo>
                      <a:cubicBezTo>
                        <a:pt x="49768" y="27156"/>
                        <a:pt x="64836" y="20859"/>
                        <a:pt x="80810" y="20859"/>
                      </a:cubicBezTo>
                      <a:cubicBezTo>
                        <a:pt x="114005" y="20859"/>
                        <a:pt x="140998" y="48035"/>
                        <a:pt x="140998" y="81458"/>
                      </a:cubicBezTo>
                      <a:cubicBezTo>
                        <a:pt x="140998" y="114881"/>
                        <a:pt x="114005" y="142065"/>
                        <a:pt x="80810" y="142065"/>
                      </a:cubicBezTo>
                      <a:cubicBezTo>
                        <a:pt x="47749" y="142065"/>
                        <a:pt x="20850" y="114881"/>
                        <a:pt x="20850" y="814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7C1F6A94-F690-EB48-0603-7D79747B0CD9}"/>
                    </a:ext>
                  </a:extLst>
                </p:cNvPr>
                <p:cNvSpPr/>
                <p:nvPr/>
              </p:nvSpPr>
              <p:spPr>
                <a:xfrm>
                  <a:off x="6874249" y="2966399"/>
                  <a:ext cx="161925" cy="162924"/>
                </a:xfrm>
                <a:custGeom>
                  <a:avLst/>
                  <a:gdLst>
                    <a:gd name="connsiteX0" fmla="*/ 23660 w 161925"/>
                    <a:gd name="connsiteY0" fmla="*/ 23936 h 162924"/>
                    <a:gd name="connsiteX1" fmla="*/ 0 w 161925"/>
                    <a:gd name="connsiteY1" fmla="*/ 81458 h 162924"/>
                    <a:gd name="connsiteX2" fmla="*/ 80906 w 161925"/>
                    <a:gd name="connsiteY2" fmla="*/ 162925 h 162924"/>
                    <a:gd name="connsiteX3" fmla="*/ 161925 w 161925"/>
                    <a:gd name="connsiteY3" fmla="*/ 81458 h 162924"/>
                    <a:gd name="connsiteX4" fmla="*/ 138274 w 161925"/>
                    <a:gd name="connsiteY4" fmla="*/ 23936 h 162924"/>
                    <a:gd name="connsiteX5" fmla="*/ 80915 w 161925"/>
                    <a:gd name="connsiteY5" fmla="*/ 0 h 162924"/>
                    <a:gd name="connsiteX6" fmla="*/ 23660 w 161925"/>
                    <a:gd name="connsiteY6" fmla="*/ 23936 h 162924"/>
                    <a:gd name="connsiteX7" fmla="*/ 20860 w 161925"/>
                    <a:gd name="connsiteY7" fmla="*/ 81458 h 162924"/>
                    <a:gd name="connsiteX8" fmla="*/ 38491 w 161925"/>
                    <a:gd name="connsiteY8" fmla="*/ 38614 h 162924"/>
                    <a:gd name="connsiteX9" fmla="*/ 80915 w 161925"/>
                    <a:gd name="connsiteY9" fmla="*/ 20859 h 162924"/>
                    <a:gd name="connsiteX10" fmla="*/ 123463 w 161925"/>
                    <a:gd name="connsiteY10" fmla="*/ 38614 h 162924"/>
                    <a:gd name="connsiteX11" fmla="*/ 141065 w 161925"/>
                    <a:gd name="connsiteY11" fmla="*/ 81458 h 162924"/>
                    <a:gd name="connsiteX12" fmla="*/ 80924 w 161925"/>
                    <a:gd name="connsiteY12" fmla="*/ 142065 h 162924"/>
                    <a:gd name="connsiteX13" fmla="*/ 20860 w 161925"/>
                    <a:gd name="connsiteY13" fmla="*/ 81458 h 16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61925" h="162924">
                      <a:moveTo>
                        <a:pt x="23660" y="23936"/>
                      </a:moveTo>
                      <a:cubicBezTo>
                        <a:pt x="8392" y="39329"/>
                        <a:pt x="0" y="59760"/>
                        <a:pt x="0" y="81458"/>
                      </a:cubicBezTo>
                      <a:cubicBezTo>
                        <a:pt x="0" y="126377"/>
                        <a:pt x="36309" y="162925"/>
                        <a:pt x="80906" y="162925"/>
                      </a:cubicBezTo>
                      <a:cubicBezTo>
                        <a:pt x="125568" y="162925"/>
                        <a:pt x="161925" y="126377"/>
                        <a:pt x="161925" y="81458"/>
                      </a:cubicBezTo>
                      <a:cubicBezTo>
                        <a:pt x="161925" y="59741"/>
                        <a:pt x="153534" y="39319"/>
                        <a:pt x="138274" y="23936"/>
                      </a:cubicBezTo>
                      <a:cubicBezTo>
                        <a:pt x="122987" y="8487"/>
                        <a:pt x="102603" y="0"/>
                        <a:pt x="80915" y="0"/>
                      </a:cubicBezTo>
                      <a:cubicBezTo>
                        <a:pt x="59303" y="0"/>
                        <a:pt x="38976" y="8496"/>
                        <a:pt x="23660" y="23936"/>
                      </a:cubicBezTo>
                      <a:close/>
                      <a:moveTo>
                        <a:pt x="20860" y="81458"/>
                      </a:moveTo>
                      <a:cubicBezTo>
                        <a:pt x="20860" y="65294"/>
                        <a:pt x="27118" y="50082"/>
                        <a:pt x="38491" y="38614"/>
                      </a:cubicBezTo>
                      <a:cubicBezTo>
                        <a:pt x="49844" y="27156"/>
                        <a:pt x="64913" y="20859"/>
                        <a:pt x="80915" y="20859"/>
                      </a:cubicBezTo>
                      <a:cubicBezTo>
                        <a:pt x="96993" y="20859"/>
                        <a:pt x="112100" y="27156"/>
                        <a:pt x="123463" y="38614"/>
                      </a:cubicBezTo>
                      <a:cubicBezTo>
                        <a:pt x="134807" y="50063"/>
                        <a:pt x="141065" y="65294"/>
                        <a:pt x="141065" y="81458"/>
                      </a:cubicBezTo>
                      <a:cubicBezTo>
                        <a:pt x="141065" y="114881"/>
                        <a:pt x="114090" y="142065"/>
                        <a:pt x="80924" y="142065"/>
                      </a:cubicBezTo>
                      <a:cubicBezTo>
                        <a:pt x="47797" y="142065"/>
                        <a:pt x="20860" y="114881"/>
                        <a:pt x="20860" y="814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18BA45EA-F325-B37B-6C03-1338BE6134EC}"/>
                    </a:ext>
                  </a:extLst>
                </p:cNvPr>
                <p:cNvSpPr/>
                <p:nvPr/>
              </p:nvSpPr>
              <p:spPr>
                <a:xfrm>
                  <a:off x="7289844" y="2966399"/>
                  <a:ext cx="162134" cy="162934"/>
                </a:xfrm>
                <a:custGeom>
                  <a:avLst/>
                  <a:gdLst>
                    <a:gd name="connsiteX0" fmla="*/ 23793 w 162134"/>
                    <a:gd name="connsiteY0" fmla="*/ 23927 h 162934"/>
                    <a:gd name="connsiteX1" fmla="*/ 0 w 162134"/>
                    <a:gd name="connsiteY1" fmla="*/ 81467 h 162934"/>
                    <a:gd name="connsiteX2" fmla="*/ 81086 w 162134"/>
                    <a:gd name="connsiteY2" fmla="*/ 162935 h 162934"/>
                    <a:gd name="connsiteX3" fmla="*/ 162134 w 162134"/>
                    <a:gd name="connsiteY3" fmla="*/ 81467 h 162934"/>
                    <a:gd name="connsiteX4" fmla="*/ 138408 w 162134"/>
                    <a:gd name="connsiteY4" fmla="*/ 23927 h 162934"/>
                    <a:gd name="connsiteX5" fmla="*/ 81086 w 162134"/>
                    <a:gd name="connsiteY5" fmla="*/ 0 h 162934"/>
                    <a:gd name="connsiteX6" fmla="*/ 23793 w 162134"/>
                    <a:gd name="connsiteY6" fmla="*/ 23927 h 162934"/>
                    <a:gd name="connsiteX7" fmla="*/ 20860 w 162134"/>
                    <a:gd name="connsiteY7" fmla="*/ 81458 h 162934"/>
                    <a:gd name="connsiteX8" fmla="*/ 38576 w 162134"/>
                    <a:gd name="connsiteY8" fmla="*/ 38633 h 162934"/>
                    <a:gd name="connsiteX9" fmla="*/ 81076 w 162134"/>
                    <a:gd name="connsiteY9" fmla="*/ 20859 h 162934"/>
                    <a:gd name="connsiteX10" fmla="*/ 123597 w 162134"/>
                    <a:gd name="connsiteY10" fmla="*/ 38633 h 162934"/>
                    <a:gd name="connsiteX11" fmla="*/ 141265 w 162134"/>
                    <a:gd name="connsiteY11" fmla="*/ 81458 h 162934"/>
                    <a:gd name="connsiteX12" fmla="*/ 81076 w 162134"/>
                    <a:gd name="connsiteY12" fmla="*/ 142065 h 162934"/>
                    <a:gd name="connsiteX13" fmla="*/ 20860 w 162134"/>
                    <a:gd name="connsiteY13" fmla="*/ 8145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62134" h="162934">
                      <a:moveTo>
                        <a:pt x="23793" y="23927"/>
                      </a:moveTo>
                      <a:cubicBezTo>
                        <a:pt x="8468" y="39338"/>
                        <a:pt x="0" y="59769"/>
                        <a:pt x="0" y="81467"/>
                      </a:cubicBezTo>
                      <a:cubicBezTo>
                        <a:pt x="0" y="126387"/>
                        <a:pt x="36386" y="162935"/>
                        <a:pt x="81086" y="162935"/>
                      </a:cubicBezTo>
                      <a:cubicBezTo>
                        <a:pt x="125787" y="162935"/>
                        <a:pt x="162134" y="126387"/>
                        <a:pt x="162134" y="81467"/>
                      </a:cubicBezTo>
                      <a:cubicBezTo>
                        <a:pt x="162134" y="59769"/>
                        <a:pt x="153714" y="39338"/>
                        <a:pt x="138408" y="23927"/>
                      </a:cubicBezTo>
                      <a:cubicBezTo>
                        <a:pt x="123082" y="8496"/>
                        <a:pt x="102737" y="0"/>
                        <a:pt x="81086" y="0"/>
                      </a:cubicBezTo>
                      <a:cubicBezTo>
                        <a:pt x="59493" y="0"/>
                        <a:pt x="39128" y="8496"/>
                        <a:pt x="23793" y="23927"/>
                      </a:cubicBezTo>
                      <a:close/>
                      <a:moveTo>
                        <a:pt x="20860" y="81458"/>
                      </a:moveTo>
                      <a:cubicBezTo>
                        <a:pt x="20860" y="65332"/>
                        <a:pt x="27146" y="50120"/>
                        <a:pt x="38576" y="38633"/>
                      </a:cubicBezTo>
                      <a:cubicBezTo>
                        <a:pt x="49987" y="27175"/>
                        <a:pt x="65056" y="20859"/>
                        <a:pt x="81076" y="20859"/>
                      </a:cubicBezTo>
                      <a:cubicBezTo>
                        <a:pt x="97117" y="20859"/>
                        <a:pt x="112204" y="27175"/>
                        <a:pt x="123597" y="38633"/>
                      </a:cubicBezTo>
                      <a:cubicBezTo>
                        <a:pt x="134998" y="50101"/>
                        <a:pt x="141265" y="65313"/>
                        <a:pt x="141265" y="81458"/>
                      </a:cubicBezTo>
                      <a:cubicBezTo>
                        <a:pt x="141265" y="114881"/>
                        <a:pt x="114290" y="142065"/>
                        <a:pt x="81076" y="142065"/>
                      </a:cubicBezTo>
                      <a:cubicBezTo>
                        <a:pt x="47892" y="142065"/>
                        <a:pt x="20860" y="114881"/>
                        <a:pt x="20860" y="814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E097FE3E-82C6-064A-3526-068C7AEDA772}"/>
                    </a:ext>
                  </a:extLst>
                </p:cNvPr>
                <p:cNvSpPr/>
                <p:nvPr/>
              </p:nvSpPr>
              <p:spPr>
                <a:xfrm>
                  <a:off x="7497746" y="2966399"/>
                  <a:ext cx="162134" cy="162934"/>
                </a:xfrm>
                <a:custGeom>
                  <a:avLst/>
                  <a:gdLst>
                    <a:gd name="connsiteX0" fmla="*/ 23794 w 162134"/>
                    <a:gd name="connsiteY0" fmla="*/ 23927 h 162934"/>
                    <a:gd name="connsiteX1" fmla="*/ 0 w 162134"/>
                    <a:gd name="connsiteY1" fmla="*/ 81467 h 162934"/>
                    <a:gd name="connsiteX2" fmla="*/ 81096 w 162134"/>
                    <a:gd name="connsiteY2" fmla="*/ 162935 h 162934"/>
                    <a:gd name="connsiteX3" fmla="*/ 162135 w 162134"/>
                    <a:gd name="connsiteY3" fmla="*/ 81467 h 162934"/>
                    <a:gd name="connsiteX4" fmla="*/ 138408 w 162134"/>
                    <a:gd name="connsiteY4" fmla="*/ 23927 h 162934"/>
                    <a:gd name="connsiteX5" fmla="*/ 81096 w 162134"/>
                    <a:gd name="connsiteY5" fmla="*/ 0 h 162934"/>
                    <a:gd name="connsiteX6" fmla="*/ 23794 w 162134"/>
                    <a:gd name="connsiteY6" fmla="*/ 23927 h 162934"/>
                    <a:gd name="connsiteX7" fmla="*/ 20870 w 162134"/>
                    <a:gd name="connsiteY7" fmla="*/ 81458 h 162934"/>
                    <a:gd name="connsiteX8" fmla="*/ 38586 w 162134"/>
                    <a:gd name="connsiteY8" fmla="*/ 38633 h 162934"/>
                    <a:gd name="connsiteX9" fmla="*/ 81086 w 162134"/>
                    <a:gd name="connsiteY9" fmla="*/ 20859 h 162934"/>
                    <a:gd name="connsiteX10" fmla="*/ 123597 w 162134"/>
                    <a:gd name="connsiteY10" fmla="*/ 38633 h 162934"/>
                    <a:gd name="connsiteX11" fmla="*/ 141265 w 162134"/>
                    <a:gd name="connsiteY11" fmla="*/ 81458 h 162934"/>
                    <a:gd name="connsiteX12" fmla="*/ 81086 w 162134"/>
                    <a:gd name="connsiteY12" fmla="*/ 142065 h 162934"/>
                    <a:gd name="connsiteX13" fmla="*/ 20870 w 162134"/>
                    <a:gd name="connsiteY13" fmla="*/ 8145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62134" h="162934">
                      <a:moveTo>
                        <a:pt x="23794" y="23927"/>
                      </a:moveTo>
                      <a:cubicBezTo>
                        <a:pt x="8468" y="39338"/>
                        <a:pt x="0" y="59769"/>
                        <a:pt x="0" y="81467"/>
                      </a:cubicBezTo>
                      <a:cubicBezTo>
                        <a:pt x="0" y="126387"/>
                        <a:pt x="36376" y="162935"/>
                        <a:pt x="81096" y="162935"/>
                      </a:cubicBezTo>
                      <a:cubicBezTo>
                        <a:pt x="125787" y="162935"/>
                        <a:pt x="162135" y="126387"/>
                        <a:pt x="162135" y="81467"/>
                      </a:cubicBezTo>
                      <a:cubicBezTo>
                        <a:pt x="162135" y="59769"/>
                        <a:pt x="153714" y="39338"/>
                        <a:pt x="138408" y="23927"/>
                      </a:cubicBezTo>
                      <a:cubicBezTo>
                        <a:pt x="123082" y="8496"/>
                        <a:pt x="102727" y="0"/>
                        <a:pt x="81096" y="0"/>
                      </a:cubicBezTo>
                      <a:cubicBezTo>
                        <a:pt x="59484" y="0"/>
                        <a:pt x="39138" y="8496"/>
                        <a:pt x="23794" y="23927"/>
                      </a:cubicBezTo>
                      <a:close/>
                      <a:moveTo>
                        <a:pt x="20870" y="81458"/>
                      </a:moveTo>
                      <a:cubicBezTo>
                        <a:pt x="20870" y="65332"/>
                        <a:pt x="27147" y="50120"/>
                        <a:pt x="38586" y="38633"/>
                      </a:cubicBezTo>
                      <a:cubicBezTo>
                        <a:pt x="49988" y="27175"/>
                        <a:pt x="65065" y="20859"/>
                        <a:pt x="81086" y="20859"/>
                      </a:cubicBezTo>
                      <a:cubicBezTo>
                        <a:pt x="97127" y="20859"/>
                        <a:pt x="112214" y="27175"/>
                        <a:pt x="123597" y="38633"/>
                      </a:cubicBezTo>
                      <a:cubicBezTo>
                        <a:pt x="134988" y="50101"/>
                        <a:pt x="141265" y="65313"/>
                        <a:pt x="141265" y="81458"/>
                      </a:cubicBezTo>
                      <a:cubicBezTo>
                        <a:pt x="141265" y="114881"/>
                        <a:pt x="114272" y="142065"/>
                        <a:pt x="81086" y="142065"/>
                      </a:cubicBezTo>
                      <a:cubicBezTo>
                        <a:pt x="47873" y="142065"/>
                        <a:pt x="20870" y="114881"/>
                        <a:pt x="20870" y="814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28BCABF6-1802-C8BC-0A15-0F17FEA378D6}"/>
                    </a:ext>
                  </a:extLst>
                </p:cNvPr>
                <p:cNvSpPr/>
                <p:nvPr/>
              </p:nvSpPr>
              <p:spPr>
                <a:xfrm>
                  <a:off x="7705658" y="2966399"/>
                  <a:ext cx="162163" cy="162934"/>
                </a:xfrm>
                <a:custGeom>
                  <a:avLst/>
                  <a:gdLst>
                    <a:gd name="connsiteX0" fmla="*/ 23708 w 162163"/>
                    <a:gd name="connsiteY0" fmla="*/ 23927 h 162934"/>
                    <a:gd name="connsiteX1" fmla="*/ 0 w 162163"/>
                    <a:gd name="connsiteY1" fmla="*/ 81467 h 162934"/>
                    <a:gd name="connsiteX2" fmla="*/ 81086 w 162163"/>
                    <a:gd name="connsiteY2" fmla="*/ 162935 h 162934"/>
                    <a:gd name="connsiteX3" fmla="*/ 162163 w 162163"/>
                    <a:gd name="connsiteY3" fmla="*/ 81467 h 162934"/>
                    <a:gd name="connsiteX4" fmla="*/ 138408 w 162163"/>
                    <a:gd name="connsiteY4" fmla="*/ 23927 h 162934"/>
                    <a:gd name="connsiteX5" fmla="*/ 81086 w 162163"/>
                    <a:gd name="connsiteY5" fmla="*/ 0 h 162934"/>
                    <a:gd name="connsiteX6" fmla="*/ 23708 w 162163"/>
                    <a:gd name="connsiteY6" fmla="*/ 23927 h 162934"/>
                    <a:gd name="connsiteX7" fmla="*/ 20870 w 162163"/>
                    <a:gd name="connsiteY7" fmla="*/ 81458 h 162934"/>
                    <a:gd name="connsiteX8" fmla="*/ 38529 w 162163"/>
                    <a:gd name="connsiteY8" fmla="*/ 38633 h 162934"/>
                    <a:gd name="connsiteX9" fmla="*/ 81086 w 162163"/>
                    <a:gd name="connsiteY9" fmla="*/ 20859 h 162934"/>
                    <a:gd name="connsiteX10" fmla="*/ 123625 w 162163"/>
                    <a:gd name="connsiteY10" fmla="*/ 38633 h 162934"/>
                    <a:gd name="connsiteX11" fmla="*/ 141294 w 162163"/>
                    <a:gd name="connsiteY11" fmla="*/ 81458 h 162934"/>
                    <a:gd name="connsiteX12" fmla="*/ 81086 w 162163"/>
                    <a:gd name="connsiteY12" fmla="*/ 142065 h 162934"/>
                    <a:gd name="connsiteX13" fmla="*/ 20870 w 162163"/>
                    <a:gd name="connsiteY13" fmla="*/ 8145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62163" h="162934">
                      <a:moveTo>
                        <a:pt x="23708" y="23927"/>
                      </a:moveTo>
                      <a:cubicBezTo>
                        <a:pt x="8420" y="39319"/>
                        <a:pt x="0" y="59750"/>
                        <a:pt x="0" y="81467"/>
                      </a:cubicBezTo>
                      <a:cubicBezTo>
                        <a:pt x="0" y="126387"/>
                        <a:pt x="36366" y="162935"/>
                        <a:pt x="81086" y="162935"/>
                      </a:cubicBezTo>
                      <a:cubicBezTo>
                        <a:pt x="125787" y="162935"/>
                        <a:pt x="162163" y="126387"/>
                        <a:pt x="162163" y="81467"/>
                      </a:cubicBezTo>
                      <a:cubicBezTo>
                        <a:pt x="162163" y="59769"/>
                        <a:pt x="153743" y="39338"/>
                        <a:pt x="138408" y="23927"/>
                      </a:cubicBezTo>
                      <a:cubicBezTo>
                        <a:pt x="123063" y="8496"/>
                        <a:pt x="102708" y="0"/>
                        <a:pt x="81086" y="0"/>
                      </a:cubicBezTo>
                      <a:cubicBezTo>
                        <a:pt x="59398" y="0"/>
                        <a:pt x="39024" y="8496"/>
                        <a:pt x="23708" y="23927"/>
                      </a:cubicBezTo>
                      <a:close/>
                      <a:moveTo>
                        <a:pt x="20870" y="81458"/>
                      </a:moveTo>
                      <a:cubicBezTo>
                        <a:pt x="20870" y="65294"/>
                        <a:pt x="27137" y="50082"/>
                        <a:pt x="38529" y="38633"/>
                      </a:cubicBezTo>
                      <a:cubicBezTo>
                        <a:pt x="49882" y="27156"/>
                        <a:pt x="64999" y="20859"/>
                        <a:pt x="81086" y="20859"/>
                      </a:cubicBezTo>
                      <a:cubicBezTo>
                        <a:pt x="97098" y="20859"/>
                        <a:pt x="112214" y="27175"/>
                        <a:pt x="123625" y="38633"/>
                      </a:cubicBezTo>
                      <a:cubicBezTo>
                        <a:pt x="135007" y="50101"/>
                        <a:pt x="141294" y="65313"/>
                        <a:pt x="141294" y="81458"/>
                      </a:cubicBezTo>
                      <a:cubicBezTo>
                        <a:pt x="141294" y="114881"/>
                        <a:pt x="114281" y="142065"/>
                        <a:pt x="81086" y="142065"/>
                      </a:cubicBezTo>
                      <a:cubicBezTo>
                        <a:pt x="47883" y="142065"/>
                        <a:pt x="20870" y="114881"/>
                        <a:pt x="20870" y="814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A6949111-AEBE-FB7F-ACF9-7DD97931A874}"/>
                    </a:ext>
                  </a:extLst>
                </p:cNvPr>
                <p:cNvSpPr/>
                <p:nvPr/>
              </p:nvSpPr>
              <p:spPr>
                <a:xfrm>
                  <a:off x="6404591" y="2428255"/>
                  <a:ext cx="162143" cy="162934"/>
                </a:xfrm>
                <a:custGeom>
                  <a:avLst/>
                  <a:gdLst>
                    <a:gd name="connsiteX0" fmla="*/ 23679 w 162143"/>
                    <a:gd name="connsiteY0" fmla="*/ 23860 h 162934"/>
                    <a:gd name="connsiteX1" fmla="*/ 0 w 162143"/>
                    <a:gd name="connsiteY1" fmla="*/ 81448 h 162934"/>
                    <a:gd name="connsiteX2" fmla="*/ 81067 w 162143"/>
                    <a:gd name="connsiteY2" fmla="*/ 162935 h 162934"/>
                    <a:gd name="connsiteX3" fmla="*/ 162144 w 162143"/>
                    <a:gd name="connsiteY3" fmla="*/ 81448 h 162934"/>
                    <a:gd name="connsiteX4" fmla="*/ 81067 w 162143"/>
                    <a:gd name="connsiteY4" fmla="*/ 0 h 162934"/>
                    <a:gd name="connsiteX5" fmla="*/ 23679 w 162143"/>
                    <a:gd name="connsiteY5" fmla="*/ 23860 h 162934"/>
                    <a:gd name="connsiteX6" fmla="*/ 20869 w 162143"/>
                    <a:gd name="connsiteY6" fmla="*/ 81448 h 162934"/>
                    <a:gd name="connsiteX7" fmla="*/ 38500 w 162143"/>
                    <a:gd name="connsiteY7" fmla="*/ 38576 h 162934"/>
                    <a:gd name="connsiteX8" fmla="*/ 81067 w 162143"/>
                    <a:gd name="connsiteY8" fmla="*/ 20869 h 162934"/>
                    <a:gd name="connsiteX9" fmla="*/ 141284 w 162143"/>
                    <a:gd name="connsiteY9" fmla="*/ 81448 h 162934"/>
                    <a:gd name="connsiteX10" fmla="*/ 81067 w 162143"/>
                    <a:gd name="connsiteY10" fmla="*/ 142075 h 162934"/>
                    <a:gd name="connsiteX11" fmla="*/ 20869 w 162143"/>
                    <a:gd name="connsiteY11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2143" h="162934">
                      <a:moveTo>
                        <a:pt x="23679" y="23860"/>
                      </a:moveTo>
                      <a:cubicBezTo>
                        <a:pt x="8429" y="39234"/>
                        <a:pt x="0" y="59674"/>
                        <a:pt x="0" y="81448"/>
                      </a:cubicBezTo>
                      <a:cubicBezTo>
                        <a:pt x="0" y="126387"/>
                        <a:pt x="36395" y="162935"/>
                        <a:pt x="81067" y="162935"/>
                      </a:cubicBezTo>
                      <a:cubicBezTo>
                        <a:pt x="125759" y="162935"/>
                        <a:pt x="162144" y="126387"/>
                        <a:pt x="162144" y="81448"/>
                      </a:cubicBezTo>
                      <a:cubicBezTo>
                        <a:pt x="162144" y="36547"/>
                        <a:pt x="125768" y="0"/>
                        <a:pt x="81067" y="0"/>
                      </a:cubicBezTo>
                      <a:cubicBezTo>
                        <a:pt x="59350" y="0"/>
                        <a:pt x="38976" y="8487"/>
                        <a:pt x="23679" y="23860"/>
                      </a:cubicBezTo>
                      <a:close/>
                      <a:moveTo>
                        <a:pt x="20869" y="81448"/>
                      </a:moveTo>
                      <a:cubicBezTo>
                        <a:pt x="20869" y="65218"/>
                        <a:pt x="27118" y="49987"/>
                        <a:pt x="38500" y="38576"/>
                      </a:cubicBezTo>
                      <a:cubicBezTo>
                        <a:pt x="49825" y="27146"/>
                        <a:pt x="64941" y="20869"/>
                        <a:pt x="81067" y="20869"/>
                      </a:cubicBezTo>
                      <a:cubicBezTo>
                        <a:pt x="114252" y="20869"/>
                        <a:pt x="141284" y="48054"/>
                        <a:pt x="141284" y="81448"/>
                      </a:cubicBezTo>
                      <a:cubicBezTo>
                        <a:pt x="141284" y="114871"/>
                        <a:pt x="114252" y="142075"/>
                        <a:pt x="81067" y="142075"/>
                      </a:cubicBezTo>
                      <a:cubicBezTo>
                        <a:pt x="47892" y="142075"/>
                        <a:pt x="20869" y="114871"/>
                        <a:pt x="20869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657A3FFE-40CE-5ED5-3CC9-15DAA9378FD0}"/>
                    </a:ext>
                  </a:extLst>
                </p:cNvPr>
                <p:cNvSpPr/>
                <p:nvPr/>
              </p:nvSpPr>
              <p:spPr>
                <a:xfrm>
                  <a:off x="6612502" y="2428255"/>
                  <a:ext cx="162134" cy="162934"/>
                </a:xfrm>
                <a:custGeom>
                  <a:avLst/>
                  <a:gdLst>
                    <a:gd name="connsiteX0" fmla="*/ 23679 w 162134"/>
                    <a:gd name="connsiteY0" fmla="*/ 23860 h 162934"/>
                    <a:gd name="connsiteX1" fmla="*/ 0 w 162134"/>
                    <a:gd name="connsiteY1" fmla="*/ 81448 h 162934"/>
                    <a:gd name="connsiteX2" fmla="*/ 81058 w 162134"/>
                    <a:gd name="connsiteY2" fmla="*/ 162935 h 162934"/>
                    <a:gd name="connsiteX3" fmla="*/ 162134 w 162134"/>
                    <a:gd name="connsiteY3" fmla="*/ 81448 h 162934"/>
                    <a:gd name="connsiteX4" fmla="*/ 81058 w 162134"/>
                    <a:gd name="connsiteY4" fmla="*/ 0 h 162934"/>
                    <a:gd name="connsiteX5" fmla="*/ 23679 w 162134"/>
                    <a:gd name="connsiteY5" fmla="*/ 23860 h 162934"/>
                    <a:gd name="connsiteX6" fmla="*/ 20869 w 162134"/>
                    <a:gd name="connsiteY6" fmla="*/ 81448 h 162934"/>
                    <a:gd name="connsiteX7" fmla="*/ 38481 w 162134"/>
                    <a:gd name="connsiteY7" fmla="*/ 38576 h 162934"/>
                    <a:gd name="connsiteX8" fmla="*/ 81058 w 162134"/>
                    <a:gd name="connsiteY8" fmla="*/ 20869 h 162934"/>
                    <a:gd name="connsiteX9" fmla="*/ 141275 w 162134"/>
                    <a:gd name="connsiteY9" fmla="*/ 81448 h 162934"/>
                    <a:gd name="connsiteX10" fmla="*/ 81058 w 162134"/>
                    <a:gd name="connsiteY10" fmla="*/ 142075 h 162934"/>
                    <a:gd name="connsiteX11" fmla="*/ 20869 w 162134"/>
                    <a:gd name="connsiteY11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2134" h="162934">
                      <a:moveTo>
                        <a:pt x="23679" y="23860"/>
                      </a:moveTo>
                      <a:cubicBezTo>
                        <a:pt x="8429" y="39234"/>
                        <a:pt x="0" y="59674"/>
                        <a:pt x="0" y="81448"/>
                      </a:cubicBezTo>
                      <a:cubicBezTo>
                        <a:pt x="0" y="126387"/>
                        <a:pt x="36376" y="162935"/>
                        <a:pt x="81058" y="162935"/>
                      </a:cubicBezTo>
                      <a:cubicBezTo>
                        <a:pt x="125758" y="162935"/>
                        <a:pt x="162134" y="126387"/>
                        <a:pt x="162134" y="81448"/>
                      </a:cubicBezTo>
                      <a:cubicBezTo>
                        <a:pt x="162134" y="36547"/>
                        <a:pt x="125768" y="0"/>
                        <a:pt x="81058" y="0"/>
                      </a:cubicBezTo>
                      <a:cubicBezTo>
                        <a:pt x="59350" y="0"/>
                        <a:pt x="38967" y="8487"/>
                        <a:pt x="23679" y="23860"/>
                      </a:cubicBezTo>
                      <a:close/>
                      <a:moveTo>
                        <a:pt x="20869" y="81448"/>
                      </a:moveTo>
                      <a:cubicBezTo>
                        <a:pt x="20869" y="65218"/>
                        <a:pt x="27118" y="49987"/>
                        <a:pt x="38481" y="38576"/>
                      </a:cubicBezTo>
                      <a:cubicBezTo>
                        <a:pt x="49816" y="27146"/>
                        <a:pt x="64922" y="20869"/>
                        <a:pt x="81058" y="20869"/>
                      </a:cubicBezTo>
                      <a:cubicBezTo>
                        <a:pt x="114252" y="20869"/>
                        <a:pt x="141275" y="48054"/>
                        <a:pt x="141275" y="81448"/>
                      </a:cubicBezTo>
                      <a:cubicBezTo>
                        <a:pt x="141275" y="114871"/>
                        <a:pt x="114252" y="142075"/>
                        <a:pt x="81058" y="142075"/>
                      </a:cubicBezTo>
                      <a:cubicBezTo>
                        <a:pt x="47873" y="142075"/>
                        <a:pt x="20869" y="114871"/>
                        <a:pt x="20869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0ECF7134-6D5B-5AE8-1E81-B002F3EF64BF}"/>
                    </a:ext>
                  </a:extLst>
                </p:cNvPr>
                <p:cNvSpPr/>
                <p:nvPr/>
              </p:nvSpPr>
              <p:spPr>
                <a:xfrm>
                  <a:off x="7028316" y="2428255"/>
                  <a:ext cx="161925" cy="162934"/>
                </a:xfrm>
                <a:custGeom>
                  <a:avLst/>
                  <a:gdLst>
                    <a:gd name="connsiteX0" fmla="*/ 0 w 161925"/>
                    <a:gd name="connsiteY0" fmla="*/ 81448 h 162934"/>
                    <a:gd name="connsiteX1" fmla="*/ 80848 w 161925"/>
                    <a:gd name="connsiteY1" fmla="*/ 162935 h 162934"/>
                    <a:gd name="connsiteX2" fmla="*/ 161925 w 161925"/>
                    <a:gd name="connsiteY2" fmla="*/ 81448 h 162934"/>
                    <a:gd name="connsiteX3" fmla="*/ 80848 w 161925"/>
                    <a:gd name="connsiteY3" fmla="*/ 0 h 162934"/>
                    <a:gd name="connsiteX4" fmla="*/ 0 w 161925"/>
                    <a:gd name="connsiteY4" fmla="*/ 81448 h 162934"/>
                    <a:gd name="connsiteX5" fmla="*/ 20850 w 161925"/>
                    <a:gd name="connsiteY5" fmla="*/ 81448 h 162934"/>
                    <a:gd name="connsiteX6" fmla="*/ 80848 w 161925"/>
                    <a:gd name="connsiteY6" fmla="*/ 20869 h 162934"/>
                    <a:gd name="connsiteX7" fmla="*/ 141065 w 161925"/>
                    <a:gd name="connsiteY7" fmla="*/ 81448 h 162934"/>
                    <a:gd name="connsiteX8" fmla="*/ 80848 w 161925"/>
                    <a:gd name="connsiteY8" fmla="*/ 142075 h 162934"/>
                    <a:gd name="connsiteX9" fmla="*/ 20850 w 161925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25" h="162934">
                      <a:moveTo>
                        <a:pt x="0" y="81448"/>
                      </a:moveTo>
                      <a:cubicBezTo>
                        <a:pt x="0" y="126387"/>
                        <a:pt x="36281" y="162935"/>
                        <a:pt x="80848" y="162935"/>
                      </a:cubicBezTo>
                      <a:cubicBezTo>
                        <a:pt x="125539" y="162935"/>
                        <a:pt x="161925" y="126387"/>
                        <a:pt x="161925" y="81448"/>
                      </a:cubicBezTo>
                      <a:cubicBezTo>
                        <a:pt x="161925" y="36547"/>
                        <a:pt x="125549" y="0"/>
                        <a:pt x="80848" y="0"/>
                      </a:cubicBezTo>
                      <a:cubicBezTo>
                        <a:pt x="36271" y="0"/>
                        <a:pt x="0" y="36547"/>
                        <a:pt x="0" y="81448"/>
                      </a:cubicBezTo>
                      <a:close/>
                      <a:moveTo>
                        <a:pt x="20850" y="81448"/>
                      </a:moveTo>
                      <a:cubicBezTo>
                        <a:pt x="20850" y="48054"/>
                        <a:pt x="47777" y="20869"/>
                        <a:pt x="80848" y="20869"/>
                      </a:cubicBezTo>
                      <a:cubicBezTo>
                        <a:pt x="114033" y="20869"/>
                        <a:pt x="141065" y="48054"/>
                        <a:pt x="141065" y="81448"/>
                      </a:cubicBezTo>
                      <a:cubicBezTo>
                        <a:pt x="141065" y="114871"/>
                        <a:pt x="114033" y="142075"/>
                        <a:pt x="80848" y="142075"/>
                      </a:cubicBezTo>
                      <a:cubicBezTo>
                        <a:pt x="47777" y="142075"/>
                        <a:pt x="20850" y="114871"/>
                        <a:pt x="20850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D8877575-6930-7326-69A5-C89100AF7FB2}"/>
                    </a:ext>
                  </a:extLst>
                </p:cNvPr>
                <p:cNvSpPr/>
                <p:nvPr/>
              </p:nvSpPr>
              <p:spPr>
                <a:xfrm>
                  <a:off x="7236218" y="2428255"/>
                  <a:ext cx="161925" cy="162934"/>
                </a:xfrm>
                <a:custGeom>
                  <a:avLst/>
                  <a:gdLst>
                    <a:gd name="connsiteX0" fmla="*/ 0 w 161925"/>
                    <a:gd name="connsiteY0" fmla="*/ 81448 h 162934"/>
                    <a:gd name="connsiteX1" fmla="*/ 80839 w 161925"/>
                    <a:gd name="connsiteY1" fmla="*/ 162935 h 162934"/>
                    <a:gd name="connsiteX2" fmla="*/ 161925 w 161925"/>
                    <a:gd name="connsiteY2" fmla="*/ 81448 h 162934"/>
                    <a:gd name="connsiteX3" fmla="*/ 80839 w 161925"/>
                    <a:gd name="connsiteY3" fmla="*/ 0 h 162934"/>
                    <a:gd name="connsiteX4" fmla="*/ 0 w 161925"/>
                    <a:gd name="connsiteY4" fmla="*/ 81448 h 162934"/>
                    <a:gd name="connsiteX5" fmla="*/ 20860 w 161925"/>
                    <a:gd name="connsiteY5" fmla="*/ 81448 h 162934"/>
                    <a:gd name="connsiteX6" fmla="*/ 80839 w 161925"/>
                    <a:gd name="connsiteY6" fmla="*/ 20869 h 162934"/>
                    <a:gd name="connsiteX7" fmla="*/ 141056 w 161925"/>
                    <a:gd name="connsiteY7" fmla="*/ 81448 h 162934"/>
                    <a:gd name="connsiteX8" fmla="*/ 80839 w 161925"/>
                    <a:gd name="connsiteY8" fmla="*/ 142075 h 162934"/>
                    <a:gd name="connsiteX9" fmla="*/ 20860 w 161925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25" h="162934">
                      <a:moveTo>
                        <a:pt x="0" y="81448"/>
                      </a:moveTo>
                      <a:cubicBezTo>
                        <a:pt x="0" y="126387"/>
                        <a:pt x="36271" y="162935"/>
                        <a:pt x="80839" y="162935"/>
                      </a:cubicBezTo>
                      <a:cubicBezTo>
                        <a:pt x="125549" y="162935"/>
                        <a:pt x="161925" y="126387"/>
                        <a:pt x="161925" y="81448"/>
                      </a:cubicBezTo>
                      <a:cubicBezTo>
                        <a:pt x="161925" y="36547"/>
                        <a:pt x="125559" y="0"/>
                        <a:pt x="80839" y="0"/>
                      </a:cubicBezTo>
                      <a:cubicBezTo>
                        <a:pt x="36271" y="0"/>
                        <a:pt x="0" y="36547"/>
                        <a:pt x="0" y="81448"/>
                      </a:cubicBezTo>
                      <a:close/>
                      <a:moveTo>
                        <a:pt x="20860" y="81448"/>
                      </a:moveTo>
                      <a:cubicBezTo>
                        <a:pt x="20860" y="48054"/>
                        <a:pt x="47768" y="20869"/>
                        <a:pt x="80839" y="20869"/>
                      </a:cubicBezTo>
                      <a:cubicBezTo>
                        <a:pt x="114043" y="20869"/>
                        <a:pt x="141056" y="48054"/>
                        <a:pt x="141056" y="81448"/>
                      </a:cubicBezTo>
                      <a:cubicBezTo>
                        <a:pt x="141056" y="114871"/>
                        <a:pt x="114043" y="142075"/>
                        <a:pt x="80839" y="142075"/>
                      </a:cubicBezTo>
                      <a:cubicBezTo>
                        <a:pt x="47777" y="142075"/>
                        <a:pt x="20860" y="114871"/>
                        <a:pt x="20860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74246D08-6F1E-3966-007F-85AC6E630726}"/>
                    </a:ext>
                  </a:extLst>
                </p:cNvPr>
                <p:cNvSpPr/>
                <p:nvPr/>
              </p:nvSpPr>
              <p:spPr>
                <a:xfrm>
                  <a:off x="7443920" y="2428255"/>
                  <a:ext cx="162144" cy="162934"/>
                </a:xfrm>
                <a:custGeom>
                  <a:avLst/>
                  <a:gdLst>
                    <a:gd name="connsiteX0" fmla="*/ 0 w 162144"/>
                    <a:gd name="connsiteY0" fmla="*/ 81448 h 162934"/>
                    <a:gd name="connsiteX1" fmla="*/ 81049 w 162144"/>
                    <a:gd name="connsiteY1" fmla="*/ 162935 h 162934"/>
                    <a:gd name="connsiteX2" fmla="*/ 162144 w 162144"/>
                    <a:gd name="connsiteY2" fmla="*/ 81448 h 162934"/>
                    <a:gd name="connsiteX3" fmla="*/ 81049 w 162144"/>
                    <a:gd name="connsiteY3" fmla="*/ 0 h 162934"/>
                    <a:gd name="connsiteX4" fmla="*/ 0 w 162144"/>
                    <a:gd name="connsiteY4" fmla="*/ 81448 h 162934"/>
                    <a:gd name="connsiteX5" fmla="*/ 20860 w 162144"/>
                    <a:gd name="connsiteY5" fmla="*/ 81448 h 162934"/>
                    <a:gd name="connsiteX6" fmla="*/ 81039 w 162144"/>
                    <a:gd name="connsiteY6" fmla="*/ 20869 h 162934"/>
                    <a:gd name="connsiteX7" fmla="*/ 141256 w 162144"/>
                    <a:gd name="connsiteY7" fmla="*/ 81448 h 162934"/>
                    <a:gd name="connsiteX8" fmla="*/ 81039 w 162144"/>
                    <a:gd name="connsiteY8" fmla="*/ 142075 h 162934"/>
                    <a:gd name="connsiteX9" fmla="*/ 20860 w 162144"/>
                    <a:gd name="connsiteY9" fmla="*/ 81448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44" h="162934">
                      <a:moveTo>
                        <a:pt x="0" y="81448"/>
                      </a:moveTo>
                      <a:cubicBezTo>
                        <a:pt x="0" y="126387"/>
                        <a:pt x="36376" y="162935"/>
                        <a:pt x="81049" y="162935"/>
                      </a:cubicBezTo>
                      <a:cubicBezTo>
                        <a:pt x="125759" y="162935"/>
                        <a:pt x="162144" y="126387"/>
                        <a:pt x="162144" y="81448"/>
                      </a:cubicBezTo>
                      <a:cubicBezTo>
                        <a:pt x="162144" y="36547"/>
                        <a:pt x="125768" y="0"/>
                        <a:pt x="81049" y="0"/>
                      </a:cubicBezTo>
                      <a:cubicBezTo>
                        <a:pt x="36376" y="0"/>
                        <a:pt x="0" y="36547"/>
                        <a:pt x="0" y="81448"/>
                      </a:cubicBezTo>
                      <a:close/>
                      <a:moveTo>
                        <a:pt x="20860" y="81448"/>
                      </a:moveTo>
                      <a:cubicBezTo>
                        <a:pt x="20860" y="48054"/>
                        <a:pt x="47883" y="20869"/>
                        <a:pt x="81039" y="20869"/>
                      </a:cubicBezTo>
                      <a:cubicBezTo>
                        <a:pt x="114252" y="20869"/>
                        <a:pt x="141256" y="48054"/>
                        <a:pt x="141256" y="81448"/>
                      </a:cubicBezTo>
                      <a:cubicBezTo>
                        <a:pt x="141256" y="114871"/>
                        <a:pt x="114252" y="142075"/>
                        <a:pt x="81039" y="142075"/>
                      </a:cubicBezTo>
                      <a:cubicBezTo>
                        <a:pt x="47883" y="142075"/>
                        <a:pt x="20860" y="114871"/>
                        <a:pt x="20860" y="8144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6C5257D8-9CDF-C34F-9384-56A497E32900}"/>
                    </a:ext>
                  </a:extLst>
                </p:cNvPr>
                <p:cNvSpPr/>
                <p:nvPr/>
              </p:nvSpPr>
              <p:spPr>
                <a:xfrm>
                  <a:off x="6449710" y="2248471"/>
                  <a:ext cx="161886" cy="162934"/>
                </a:xfrm>
                <a:custGeom>
                  <a:avLst/>
                  <a:gdLst>
                    <a:gd name="connsiteX0" fmla="*/ 0 w 161886"/>
                    <a:gd name="connsiteY0" fmla="*/ 81486 h 162934"/>
                    <a:gd name="connsiteX1" fmla="*/ 80791 w 161886"/>
                    <a:gd name="connsiteY1" fmla="*/ 162935 h 162934"/>
                    <a:gd name="connsiteX2" fmla="*/ 161887 w 161886"/>
                    <a:gd name="connsiteY2" fmla="*/ 81486 h 162934"/>
                    <a:gd name="connsiteX3" fmla="*/ 80791 w 161886"/>
                    <a:gd name="connsiteY3" fmla="*/ 0 h 162934"/>
                    <a:gd name="connsiteX4" fmla="*/ 0 w 161886"/>
                    <a:gd name="connsiteY4" fmla="*/ 81486 h 162934"/>
                    <a:gd name="connsiteX5" fmla="*/ 20850 w 161886"/>
                    <a:gd name="connsiteY5" fmla="*/ 81486 h 162934"/>
                    <a:gd name="connsiteX6" fmla="*/ 80791 w 161886"/>
                    <a:gd name="connsiteY6" fmla="*/ 20860 h 162934"/>
                    <a:gd name="connsiteX7" fmla="*/ 141008 w 161886"/>
                    <a:gd name="connsiteY7" fmla="*/ 81486 h 162934"/>
                    <a:gd name="connsiteX8" fmla="*/ 80791 w 161886"/>
                    <a:gd name="connsiteY8" fmla="*/ 142075 h 162934"/>
                    <a:gd name="connsiteX9" fmla="*/ 20850 w 161886"/>
                    <a:gd name="connsiteY9" fmla="*/ 81486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886" h="162934">
                      <a:moveTo>
                        <a:pt x="0" y="81486"/>
                      </a:moveTo>
                      <a:cubicBezTo>
                        <a:pt x="0" y="126387"/>
                        <a:pt x="36261" y="162935"/>
                        <a:pt x="80791" y="162935"/>
                      </a:cubicBezTo>
                      <a:cubicBezTo>
                        <a:pt x="125520" y="162935"/>
                        <a:pt x="161887" y="126387"/>
                        <a:pt x="161887" y="81486"/>
                      </a:cubicBezTo>
                      <a:cubicBezTo>
                        <a:pt x="161887" y="36547"/>
                        <a:pt x="125530" y="0"/>
                        <a:pt x="80791" y="0"/>
                      </a:cubicBezTo>
                      <a:cubicBezTo>
                        <a:pt x="36252" y="0"/>
                        <a:pt x="0" y="36547"/>
                        <a:pt x="0" y="81486"/>
                      </a:cubicBezTo>
                      <a:close/>
                      <a:moveTo>
                        <a:pt x="20850" y="81486"/>
                      </a:moveTo>
                      <a:cubicBezTo>
                        <a:pt x="20850" y="48063"/>
                        <a:pt x="47758" y="20860"/>
                        <a:pt x="80791" y="20860"/>
                      </a:cubicBezTo>
                      <a:cubicBezTo>
                        <a:pt x="114005" y="20860"/>
                        <a:pt x="141008" y="48063"/>
                        <a:pt x="141008" y="81486"/>
                      </a:cubicBezTo>
                      <a:cubicBezTo>
                        <a:pt x="141008" y="114891"/>
                        <a:pt x="114005" y="142075"/>
                        <a:pt x="80791" y="142075"/>
                      </a:cubicBezTo>
                      <a:cubicBezTo>
                        <a:pt x="47758" y="142075"/>
                        <a:pt x="20850" y="114891"/>
                        <a:pt x="20850" y="8148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D39E6D83-D6D4-DD96-4977-0D51D58F2BE5}"/>
                    </a:ext>
                  </a:extLst>
                </p:cNvPr>
                <p:cNvSpPr/>
                <p:nvPr/>
              </p:nvSpPr>
              <p:spPr>
                <a:xfrm>
                  <a:off x="6657565" y="2248471"/>
                  <a:ext cx="161944" cy="162934"/>
                </a:xfrm>
                <a:custGeom>
                  <a:avLst/>
                  <a:gdLst>
                    <a:gd name="connsiteX0" fmla="*/ 0 w 161944"/>
                    <a:gd name="connsiteY0" fmla="*/ 81486 h 162934"/>
                    <a:gd name="connsiteX1" fmla="*/ 80848 w 161944"/>
                    <a:gd name="connsiteY1" fmla="*/ 162935 h 162934"/>
                    <a:gd name="connsiteX2" fmla="*/ 161944 w 161944"/>
                    <a:gd name="connsiteY2" fmla="*/ 81486 h 162934"/>
                    <a:gd name="connsiteX3" fmla="*/ 80848 w 161944"/>
                    <a:gd name="connsiteY3" fmla="*/ 0 h 162934"/>
                    <a:gd name="connsiteX4" fmla="*/ 0 w 161944"/>
                    <a:gd name="connsiteY4" fmla="*/ 81486 h 162934"/>
                    <a:gd name="connsiteX5" fmla="*/ 20869 w 161944"/>
                    <a:gd name="connsiteY5" fmla="*/ 81486 h 162934"/>
                    <a:gd name="connsiteX6" fmla="*/ 80848 w 161944"/>
                    <a:gd name="connsiteY6" fmla="*/ 20860 h 162934"/>
                    <a:gd name="connsiteX7" fmla="*/ 141065 w 161944"/>
                    <a:gd name="connsiteY7" fmla="*/ 81486 h 162934"/>
                    <a:gd name="connsiteX8" fmla="*/ 80848 w 161944"/>
                    <a:gd name="connsiteY8" fmla="*/ 142075 h 162934"/>
                    <a:gd name="connsiteX9" fmla="*/ 20869 w 161944"/>
                    <a:gd name="connsiteY9" fmla="*/ 81486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44" h="162934">
                      <a:moveTo>
                        <a:pt x="0" y="81486"/>
                      </a:moveTo>
                      <a:cubicBezTo>
                        <a:pt x="0" y="126387"/>
                        <a:pt x="36281" y="162935"/>
                        <a:pt x="80848" y="162935"/>
                      </a:cubicBezTo>
                      <a:cubicBezTo>
                        <a:pt x="125578" y="162935"/>
                        <a:pt x="161944" y="126387"/>
                        <a:pt x="161944" y="81486"/>
                      </a:cubicBezTo>
                      <a:cubicBezTo>
                        <a:pt x="161944" y="36547"/>
                        <a:pt x="125587" y="0"/>
                        <a:pt x="80848" y="0"/>
                      </a:cubicBezTo>
                      <a:cubicBezTo>
                        <a:pt x="36281" y="0"/>
                        <a:pt x="0" y="36547"/>
                        <a:pt x="0" y="81486"/>
                      </a:cubicBezTo>
                      <a:close/>
                      <a:moveTo>
                        <a:pt x="20869" y="81486"/>
                      </a:moveTo>
                      <a:cubicBezTo>
                        <a:pt x="20869" y="48063"/>
                        <a:pt x="47777" y="20860"/>
                        <a:pt x="80848" y="20860"/>
                      </a:cubicBezTo>
                      <a:cubicBezTo>
                        <a:pt x="114052" y="20860"/>
                        <a:pt x="141065" y="48063"/>
                        <a:pt x="141065" y="81486"/>
                      </a:cubicBezTo>
                      <a:cubicBezTo>
                        <a:pt x="141065" y="114891"/>
                        <a:pt x="114052" y="142075"/>
                        <a:pt x="80848" y="142075"/>
                      </a:cubicBezTo>
                      <a:cubicBezTo>
                        <a:pt x="47787" y="142075"/>
                        <a:pt x="20869" y="114891"/>
                        <a:pt x="20869" y="8148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714F5B1F-D103-8A39-94A6-AA5E89559AAF}"/>
                    </a:ext>
                  </a:extLst>
                </p:cNvPr>
                <p:cNvSpPr/>
                <p:nvPr/>
              </p:nvSpPr>
              <p:spPr>
                <a:xfrm>
                  <a:off x="7073188" y="2248471"/>
                  <a:ext cx="162153" cy="162934"/>
                </a:xfrm>
                <a:custGeom>
                  <a:avLst/>
                  <a:gdLst>
                    <a:gd name="connsiteX0" fmla="*/ 0 w 162153"/>
                    <a:gd name="connsiteY0" fmla="*/ 81486 h 162934"/>
                    <a:gd name="connsiteX1" fmla="*/ 81048 w 162153"/>
                    <a:gd name="connsiteY1" fmla="*/ 162935 h 162934"/>
                    <a:gd name="connsiteX2" fmla="*/ 162154 w 162153"/>
                    <a:gd name="connsiteY2" fmla="*/ 81486 h 162934"/>
                    <a:gd name="connsiteX3" fmla="*/ 81048 w 162153"/>
                    <a:gd name="connsiteY3" fmla="*/ 0 h 162934"/>
                    <a:gd name="connsiteX4" fmla="*/ 0 w 162153"/>
                    <a:gd name="connsiteY4" fmla="*/ 81486 h 162934"/>
                    <a:gd name="connsiteX5" fmla="*/ 20850 w 162153"/>
                    <a:gd name="connsiteY5" fmla="*/ 81486 h 162934"/>
                    <a:gd name="connsiteX6" fmla="*/ 81039 w 162153"/>
                    <a:gd name="connsiteY6" fmla="*/ 20860 h 162934"/>
                    <a:gd name="connsiteX7" fmla="*/ 141284 w 162153"/>
                    <a:gd name="connsiteY7" fmla="*/ 81486 h 162934"/>
                    <a:gd name="connsiteX8" fmla="*/ 81039 w 162153"/>
                    <a:gd name="connsiteY8" fmla="*/ 142075 h 162934"/>
                    <a:gd name="connsiteX9" fmla="*/ 20850 w 162153"/>
                    <a:gd name="connsiteY9" fmla="*/ 81486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53" h="162934">
                      <a:moveTo>
                        <a:pt x="0" y="81486"/>
                      </a:moveTo>
                      <a:cubicBezTo>
                        <a:pt x="0" y="126387"/>
                        <a:pt x="36376" y="162935"/>
                        <a:pt x="81048" y="162935"/>
                      </a:cubicBezTo>
                      <a:cubicBezTo>
                        <a:pt x="125778" y="162935"/>
                        <a:pt x="162154" y="126387"/>
                        <a:pt x="162154" y="81486"/>
                      </a:cubicBezTo>
                      <a:cubicBezTo>
                        <a:pt x="162154" y="36547"/>
                        <a:pt x="125787" y="0"/>
                        <a:pt x="81048" y="0"/>
                      </a:cubicBezTo>
                      <a:cubicBezTo>
                        <a:pt x="36376" y="0"/>
                        <a:pt x="0" y="36547"/>
                        <a:pt x="0" y="81486"/>
                      </a:cubicBezTo>
                      <a:close/>
                      <a:moveTo>
                        <a:pt x="20850" y="81486"/>
                      </a:moveTo>
                      <a:cubicBezTo>
                        <a:pt x="20850" y="48063"/>
                        <a:pt x="47882" y="20860"/>
                        <a:pt x="81039" y="20860"/>
                      </a:cubicBezTo>
                      <a:cubicBezTo>
                        <a:pt x="114262" y="20860"/>
                        <a:pt x="141284" y="48063"/>
                        <a:pt x="141284" y="81486"/>
                      </a:cubicBezTo>
                      <a:cubicBezTo>
                        <a:pt x="141284" y="114891"/>
                        <a:pt x="114262" y="142075"/>
                        <a:pt x="81039" y="142075"/>
                      </a:cubicBezTo>
                      <a:cubicBezTo>
                        <a:pt x="47882" y="142075"/>
                        <a:pt x="20850" y="114891"/>
                        <a:pt x="20850" y="8148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8" name="Freeform 57">
                  <a:extLst>
                    <a:ext uri="{FF2B5EF4-FFF2-40B4-BE49-F238E27FC236}">
                      <a16:creationId xmlns:a16="http://schemas.microsoft.com/office/drawing/2014/main" id="{1BD37B45-64AA-9E47-5B99-8D3ED24B78F0}"/>
                    </a:ext>
                  </a:extLst>
                </p:cNvPr>
                <p:cNvSpPr/>
                <p:nvPr/>
              </p:nvSpPr>
              <p:spPr>
                <a:xfrm>
                  <a:off x="7281081" y="2248471"/>
                  <a:ext cx="162172" cy="162934"/>
                </a:xfrm>
                <a:custGeom>
                  <a:avLst/>
                  <a:gdLst>
                    <a:gd name="connsiteX0" fmla="*/ 0 w 162172"/>
                    <a:gd name="connsiteY0" fmla="*/ 81486 h 162934"/>
                    <a:gd name="connsiteX1" fmla="*/ 81057 w 162172"/>
                    <a:gd name="connsiteY1" fmla="*/ 162935 h 162934"/>
                    <a:gd name="connsiteX2" fmla="*/ 162172 w 162172"/>
                    <a:gd name="connsiteY2" fmla="*/ 81486 h 162934"/>
                    <a:gd name="connsiteX3" fmla="*/ 81057 w 162172"/>
                    <a:gd name="connsiteY3" fmla="*/ 0 h 162934"/>
                    <a:gd name="connsiteX4" fmla="*/ 0 w 162172"/>
                    <a:gd name="connsiteY4" fmla="*/ 81486 h 162934"/>
                    <a:gd name="connsiteX5" fmla="*/ 20869 w 162172"/>
                    <a:gd name="connsiteY5" fmla="*/ 81486 h 162934"/>
                    <a:gd name="connsiteX6" fmla="*/ 81048 w 162172"/>
                    <a:gd name="connsiteY6" fmla="*/ 20860 h 162934"/>
                    <a:gd name="connsiteX7" fmla="*/ 141303 w 162172"/>
                    <a:gd name="connsiteY7" fmla="*/ 81486 h 162934"/>
                    <a:gd name="connsiteX8" fmla="*/ 81048 w 162172"/>
                    <a:gd name="connsiteY8" fmla="*/ 142075 h 162934"/>
                    <a:gd name="connsiteX9" fmla="*/ 20869 w 162172"/>
                    <a:gd name="connsiteY9" fmla="*/ 81486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72" h="162934">
                      <a:moveTo>
                        <a:pt x="0" y="81486"/>
                      </a:moveTo>
                      <a:cubicBezTo>
                        <a:pt x="0" y="126387"/>
                        <a:pt x="36385" y="162935"/>
                        <a:pt x="81057" y="162935"/>
                      </a:cubicBezTo>
                      <a:cubicBezTo>
                        <a:pt x="125787" y="162935"/>
                        <a:pt x="162172" y="126387"/>
                        <a:pt x="162172" y="81486"/>
                      </a:cubicBezTo>
                      <a:cubicBezTo>
                        <a:pt x="162172" y="36547"/>
                        <a:pt x="125796" y="0"/>
                        <a:pt x="81057" y="0"/>
                      </a:cubicBezTo>
                      <a:cubicBezTo>
                        <a:pt x="36385" y="0"/>
                        <a:pt x="0" y="36547"/>
                        <a:pt x="0" y="81486"/>
                      </a:cubicBezTo>
                      <a:close/>
                      <a:moveTo>
                        <a:pt x="20869" y="81486"/>
                      </a:moveTo>
                      <a:cubicBezTo>
                        <a:pt x="20869" y="48063"/>
                        <a:pt x="47882" y="20860"/>
                        <a:pt x="81048" y="20860"/>
                      </a:cubicBezTo>
                      <a:cubicBezTo>
                        <a:pt x="114281" y="20860"/>
                        <a:pt x="141303" y="48063"/>
                        <a:pt x="141303" y="81486"/>
                      </a:cubicBezTo>
                      <a:cubicBezTo>
                        <a:pt x="141303" y="114891"/>
                        <a:pt x="114281" y="142075"/>
                        <a:pt x="81048" y="142075"/>
                      </a:cubicBezTo>
                      <a:cubicBezTo>
                        <a:pt x="47882" y="142075"/>
                        <a:pt x="20869" y="114891"/>
                        <a:pt x="20869" y="8148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26192654-E9F3-58B4-0C5C-AB9B25A3F93C}"/>
                    </a:ext>
                  </a:extLst>
                </p:cNvPr>
                <p:cNvSpPr/>
                <p:nvPr/>
              </p:nvSpPr>
              <p:spPr>
                <a:xfrm>
                  <a:off x="7488992" y="2248471"/>
                  <a:ext cx="162134" cy="162934"/>
                </a:xfrm>
                <a:custGeom>
                  <a:avLst/>
                  <a:gdLst>
                    <a:gd name="connsiteX0" fmla="*/ 0 w 162134"/>
                    <a:gd name="connsiteY0" fmla="*/ 81486 h 162934"/>
                    <a:gd name="connsiteX1" fmla="*/ 81058 w 162134"/>
                    <a:gd name="connsiteY1" fmla="*/ 162935 h 162934"/>
                    <a:gd name="connsiteX2" fmla="*/ 162135 w 162134"/>
                    <a:gd name="connsiteY2" fmla="*/ 81486 h 162934"/>
                    <a:gd name="connsiteX3" fmla="*/ 81058 w 162134"/>
                    <a:gd name="connsiteY3" fmla="*/ 0 h 162934"/>
                    <a:gd name="connsiteX4" fmla="*/ 0 w 162134"/>
                    <a:gd name="connsiteY4" fmla="*/ 81486 h 162934"/>
                    <a:gd name="connsiteX5" fmla="*/ 20870 w 162134"/>
                    <a:gd name="connsiteY5" fmla="*/ 81486 h 162934"/>
                    <a:gd name="connsiteX6" fmla="*/ 81058 w 162134"/>
                    <a:gd name="connsiteY6" fmla="*/ 20860 h 162934"/>
                    <a:gd name="connsiteX7" fmla="*/ 141256 w 162134"/>
                    <a:gd name="connsiteY7" fmla="*/ 81486 h 162934"/>
                    <a:gd name="connsiteX8" fmla="*/ 81058 w 162134"/>
                    <a:gd name="connsiteY8" fmla="*/ 142075 h 162934"/>
                    <a:gd name="connsiteX9" fmla="*/ 20870 w 162134"/>
                    <a:gd name="connsiteY9" fmla="*/ 81486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34" h="162934">
                      <a:moveTo>
                        <a:pt x="0" y="81486"/>
                      </a:moveTo>
                      <a:cubicBezTo>
                        <a:pt x="0" y="126387"/>
                        <a:pt x="36367" y="162935"/>
                        <a:pt x="81058" y="162935"/>
                      </a:cubicBezTo>
                      <a:cubicBezTo>
                        <a:pt x="125749" y="162935"/>
                        <a:pt x="162135" y="126387"/>
                        <a:pt x="162135" y="81486"/>
                      </a:cubicBezTo>
                      <a:cubicBezTo>
                        <a:pt x="162135" y="36547"/>
                        <a:pt x="125759" y="0"/>
                        <a:pt x="81058" y="0"/>
                      </a:cubicBezTo>
                      <a:cubicBezTo>
                        <a:pt x="36367" y="0"/>
                        <a:pt x="0" y="36547"/>
                        <a:pt x="0" y="81486"/>
                      </a:cubicBezTo>
                      <a:close/>
                      <a:moveTo>
                        <a:pt x="20870" y="81486"/>
                      </a:moveTo>
                      <a:cubicBezTo>
                        <a:pt x="20870" y="48063"/>
                        <a:pt x="47883" y="20860"/>
                        <a:pt x="81058" y="20860"/>
                      </a:cubicBezTo>
                      <a:cubicBezTo>
                        <a:pt x="114253" y="20860"/>
                        <a:pt x="141256" y="48063"/>
                        <a:pt x="141256" y="81486"/>
                      </a:cubicBezTo>
                      <a:cubicBezTo>
                        <a:pt x="141256" y="114891"/>
                        <a:pt x="114253" y="142075"/>
                        <a:pt x="81058" y="142075"/>
                      </a:cubicBezTo>
                      <a:cubicBezTo>
                        <a:pt x="47873" y="142075"/>
                        <a:pt x="20870" y="114891"/>
                        <a:pt x="20870" y="8148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0" name="Freeform 59">
                  <a:extLst>
                    <a:ext uri="{FF2B5EF4-FFF2-40B4-BE49-F238E27FC236}">
                      <a16:creationId xmlns:a16="http://schemas.microsoft.com/office/drawing/2014/main" id="{C662CDAD-D2E0-260D-E02D-1CDDF0F8FB31}"/>
                    </a:ext>
                  </a:extLst>
                </p:cNvPr>
                <p:cNvSpPr/>
                <p:nvPr/>
              </p:nvSpPr>
              <p:spPr>
                <a:xfrm>
                  <a:off x="6223434" y="2608411"/>
                  <a:ext cx="162134" cy="162934"/>
                </a:xfrm>
                <a:custGeom>
                  <a:avLst/>
                  <a:gdLst>
                    <a:gd name="connsiteX0" fmla="*/ 0 w 162134"/>
                    <a:gd name="connsiteY0" fmla="*/ 81477 h 162934"/>
                    <a:gd name="connsiteX1" fmla="*/ 81029 w 162134"/>
                    <a:gd name="connsiteY1" fmla="*/ 162935 h 162934"/>
                    <a:gd name="connsiteX2" fmla="*/ 162135 w 162134"/>
                    <a:gd name="connsiteY2" fmla="*/ 81477 h 162934"/>
                    <a:gd name="connsiteX3" fmla="*/ 81029 w 162134"/>
                    <a:gd name="connsiteY3" fmla="*/ 0 h 162934"/>
                    <a:gd name="connsiteX4" fmla="*/ 0 w 162134"/>
                    <a:gd name="connsiteY4" fmla="*/ 81477 h 162934"/>
                    <a:gd name="connsiteX5" fmla="*/ 20869 w 162134"/>
                    <a:gd name="connsiteY5" fmla="*/ 81477 h 162934"/>
                    <a:gd name="connsiteX6" fmla="*/ 81020 w 162134"/>
                    <a:gd name="connsiteY6" fmla="*/ 20869 h 162934"/>
                    <a:gd name="connsiteX7" fmla="*/ 141265 w 162134"/>
                    <a:gd name="connsiteY7" fmla="*/ 81477 h 162934"/>
                    <a:gd name="connsiteX8" fmla="*/ 81020 w 162134"/>
                    <a:gd name="connsiteY8" fmla="*/ 142065 h 162934"/>
                    <a:gd name="connsiteX9" fmla="*/ 20869 w 162134"/>
                    <a:gd name="connsiteY9" fmla="*/ 8147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34" h="162934">
                      <a:moveTo>
                        <a:pt x="0" y="81477"/>
                      </a:moveTo>
                      <a:cubicBezTo>
                        <a:pt x="0" y="126387"/>
                        <a:pt x="36338" y="162935"/>
                        <a:pt x="81029" y="162935"/>
                      </a:cubicBezTo>
                      <a:cubicBezTo>
                        <a:pt x="125759" y="162935"/>
                        <a:pt x="162135" y="126387"/>
                        <a:pt x="162135" y="81477"/>
                      </a:cubicBezTo>
                      <a:cubicBezTo>
                        <a:pt x="162135" y="36547"/>
                        <a:pt x="125768" y="0"/>
                        <a:pt x="81029" y="0"/>
                      </a:cubicBezTo>
                      <a:cubicBezTo>
                        <a:pt x="36338" y="10"/>
                        <a:pt x="0" y="36557"/>
                        <a:pt x="0" y="81477"/>
                      </a:cubicBezTo>
                      <a:close/>
                      <a:moveTo>
                        <a:pt x="20869" y="81477"/>
                      </a:moveTo>
                      <a:cubicBezTo>
                        <a:pt x="20869" y="48063"/>
                        <a:pt x="47844" y="20869"/>
                        <a:pt x="81020" y="20869"/>
                      </a:cubicBezTo>
                      <a:cubicBezTo>
                        <a:pt x="114243" y="20869"/>
                        <a:pt x="141265" y="48063"/>
                        <a:pt x="141265" y="81477"/>
                      </a:cubicBezTo>
                      <a:cubicBezTo>
                        <a:pt x="141265" y="114881"/>
                        <a:pt x="114243" y="142065"/>
                        <a:pt x="81020" y="142065"/>
                      </a:cubicBezTo>
                      <a:cubicBezTo>
                        <a:pt x="47844" y="142075"/>
                        <a:pt x="20869" y="114891"/>
                        <a:pt x="20869" y="814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1" name="Freeform 60">
                  <a:extLst>
                    <a:ext uri="{FF2B5EF4-FFF2-40B4-BE49-F238E27FC236}">
                      <a16:creationId xmlns:a16="http://schemas.microsoft.com/office/drawing/2014/main" id="{F8E807EF-B85E-80C4-ED8F-04702C2A7028}"/>
                    </a:ext>
                  </a:extLst>
                </p:cNvPr>
                <p:cNvSpPr/>
                <p:nvPr/>
              </p:nvSpPr>
              <p:spPr>
                <a:xfrm>
                  <a:off x="6431308" y="2608411"/>
                  <a:ext cx="161972" cy="162934"/>
                </a:xfrm>
                <a:custGeom>
                  <a:avLst/>
                  <a:gdLst>
                    <a:gd name="connsiteX0" fmla="*/ 0 w 161972"/>
                    <a:gd name="connsiteY0" fmla="*/ 81477 h 162934"/>
                    <a:gd name="connsiteX1" fmla="*/ 81039 w 161972"/>
                    <a:gd name="connsiteY1" fmla="*/ 162935 h 162934"/>
                    <a:gd name="connsiteX2" fmla="*/ 161973 w 161972"/>
                    <a:gd name="connsiteY2" fmla="*/ 81477 h 162934"/>
                    <a:gd name="connsiteX3" fmla="*/ 81039 w 161972"/>
                    <a:gd name="connsiteY3" fmla="*/ 0 h 162934"/>
                    <a:gd name="connsiteX4" fmla="*/ 0 w 161972"/>
                    <a:gd name="connsiteY4" fmla="*/ 81477 h 162934"/>
                    <a:gd name="connsiteX5" fmla="*/ 20879 w 161972"/>
                    <a:gd name="connsiteY5" fmla="*/ 81477 h 162934"/>
                    <a:gd name="connsiteX6" fmla="*/ 81039 w 161972"/>
                    <a:gd name="connsiteY6" fmla="*/ 20869 h 162934"/>
                    <a:gd name="connsiteX7" fmla="*/ 141103 w 161972"/>
                    <a:gd name="connsiteY7" fmla="*/ 81477 h 162934"/>
                    <a:gd name="connsiteX8" fmla="*/ 81039 w 161972"/>
                    <a:gd name="connsiteY8" fmla="*/ 142065 h 162934"/>
                    <a:gd name="connsiteX9" fmla="*/ 20879 w 161972"/>
                    <a:gd name="connsiteY9" fmla="*/ 8147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72" h="162934">
                      <a:moveTo>
                        <a:pt x="0" y="81477"/>
                      </a:moveTo>
                      <a:cubicBezTo>
                        <a:pt x="0" y="126387"/>
                        <a:pt x="36338" y="162935"/>
                        <a:pt x="81039" y="162935"/>
                      </a:cubicBezTo>
                      <a:cubicBezTo>
                        <a:pt x="125692" y="162935"/>
                        <a:pt x="161973" y="126387"/>
                        <a:pt x="161973" y="81477"/>
                      </a:cubicBezTo>
                      <a:cubicBezTo>
                        <a:pt x="161973" y="36547"/>
                        <a:pt x="125692" y="0"/>
                        <a:pt x="81039" y="0"/>
                      </a:cubicBezTo>
                      <a:cubicBezTo>
                        <a:pt x="36347" y="10"/>
                        <a:pt x="0" y="36557"/>
                        <a:pt x="0" y="81477"/>
                      </a:cubicBezTo>
                      <a:close/>
                      <a:moveTo>
                        <a:pt x="20879" y="81477"/>
                      </a:moveTo>
                      <a:cubicBezTo>
                        <a:pt x="20879" y="48063"/>
                        <a:pt x="47873" y="20869"/>
                        <a:pt x="81039" y="20869"/>
                      </a:cubicBezTo>
                      <a:cubicBezTo>
                        <a:pt x="114176" y="20869"/>
                        <a:pt x="141103" y="48063"/>
                        <a:pt x="141103" y="81477"/>
                      </a:cubicBezTo>
                      <a:cubicBezTo>
                        <a:pt x="141103" y="114881"/>
                        <a:pt x="114176" y="142065"/>
                        <a:pt x="81039" y="142065"/>
                      </a:cubicBezTo>
                      <a:cubicBezTo>
                        <a:pt x="47873" y="142075"/>
                        <a:pt x="20879" y="114891"/>
                        <a:pt x="20879" y="814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2" name="Freeform 61">
                  <a:extLst>
                    <a:ext uri="{FF2B5EF4-FFF2-40B4-BE49-F238E27FC236}">
                      <a16:creationId xmlns:a16="http://schemas.microsoft.com/office/drawing/2014/main" id="{0A061085-792F-EA01-40A9-2E67663F6601}"/>
                    </a:ext>
                  </a:extLst>
                </p:cNvPr>
                <p:cNvSpPr/>
                <p:nvPr/>
              </p:nvSpPr>
              <p:spPr>
                <a:xfrm>
                  <a:off x="6639210" y="2608411"/>
                  <a:ext cx="161925" cy="162934"/>
                </a:xfrm>
                <a:custGeom>
                  <a:avLst/>
                  <a:gdLst>
                    <a:gd name="connsiteX0" fmla="*/ 0 w 161925"/>
                    <a:gd name="connsiteY0" fmla="*/ 81477 h 162934"/>
                    <a:gd name="connsiteX1" fmla="*/ 80915 w 161925"/>
                    <a:gd name="connsiteY1" fmla="*/ 162935 h 162934"/>
                    <a:gd name="connsiteX2" fmla="*/ 161925 w 161925"/>
                    <a:gd name="connsiteY2" fmla="*/ 81477 h 162934"/>
                    <a:gd name="connsiteX3" fmla="*/ 80915 w 161925"/>
                    <a:gd name="connsiteY3" fmla="*/ 0 h 162934"/>
                    <a:gd name="connsiteX4" fmla="*/ 0 w 161925"/>
                    <a:gd name="connsiteY4" fmla="*/ 81477 h 162934"/>
                    <a:gd name="connsiteX5" fmla="*/ 20860 w 161925"/>
                    <a:gd name="connsiteY5" fmla="*/ 81477 h 162934"/>
                    <a:gd name="connsiteX6" fmla="*/ 80924 w 161925"/>
                    <a:gd name="connsiteY6" fmla="*/ 20869 h 162934"/>
                    <a:gd name="connsiteX7" fmla="*/ 141075 w 161925"/>
                    <a:gd name="connsiteY7" fmla="*/ 81477 h 162934"/>
                    <a:gd name="connsiteX8" fmla="*/ 80924 w 161925"/>
                    <a:gd name="connsiteY8" fmla="*/ 142065 h 162934"/>
                    <a:gd name="connsiteX9" fmla="*/ 20860 w 161925"/>
                    <a:gd name="connsiteY9" fmla="*/ 8147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1925" h="162934">
                      <a:moveTo>
                        <a:pt x="0" y="81477"/>
                      </a:moveTo>
                      <a:cubicBezTo>
                        <a:pt x="0" y="126387"/>
                        <a:pt x="36290" y="162935"/>
                        <a:pt x="80915" y="162935"/>
                      </a:cubicBezTo>
                      <a:cubicBezTo>
                        <a:pt x="125578" y="162935"/>
                        <a:pt x="161925" y="126387"/>
                        <a:pt x="161925" y="81477"/>
                      </a:cubicBezTo>
                      <a:cubicBezTo>
                        <a:pt x="161925" y="36547"/>
                        <a:pt x="125587" y="0"/>
                        <a:pt x="80915" y="0"/>
                      </a:cubicBezTo>
                      <a:cubicBezTo>
                        <a:pt x="36290" y="10"/>
                        <a:pt x="0" y="36557"/>
                        <a:pt x="0" y="81477"/>
                      </a:cubicBezTo>
                      <a:close/>
                      <a:moveTo>
                        <a:pt x="20860" y="81477"/>
                      </a:moveTo>
                      <a:cubicBezTo>
                        <a:pt x="20860" y="48063"/>
                        <a:pt x="47806" y="20869"/>
                        <a:pt x="80924" y="20869"/>
                      </a:cubicBezTo>
                      <a:cubicBezTo>
                        <a:pt x="114081" y="20869"/>
                        <a:pt x="141075" y="48063"/>
                        <a:pt x="141075" y="81477"/>
                      </a:cubicBezTo>
                      <a:cubicBezTo>
                        <a:pt x="141075" y="114881"/>
                        <a:pt x="114081" y="142065"/>
                        <a:pt x="80924" y="142065"/>
                      </a:cubicBezTo>
                      <a:cubicBezTo>
                        <a:pt x="47806" y="142075"/>
                        <a:pt x="20860" y="114891"/>
                        <a:pt x="20860" y="814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4B46CCB8-28FD-F124-5669-D38A6E58F66A}"/>
                    </a:ext>
                  </a:extLst>
                </p:cNvPr>
                <p:cNvSpPr/>
                <p:nvPr/>
              </p:nvSpPr>
              <p:spPr>
                <a:xfrm>
                  <a:off x="7054824" y="2608411"/>
                  <a:ext cx="162172" cy="162934"/>
                </a:xfrm>
                <a:custGeom>
                  <a:avLst/>
                  <a:gdLst>
                    <a:gd name="connsiteX0" fmla="*/ 0 w 162172"/>
                    <a:gd name="connsiteY0" fmla="*/ 81477 h 162934"/>
                    <a:gd name="connsiteX1" fmla="*/ 81058 w 162172"/>
                    <a:gd name="connsiteY1" fmla="*/ 162935 h 162934"/>
                    <a:gd name="connsiteX2" fmla="*/ 162173 w 162172"/>
                    <a:gd name="connsiteY2" fmla="*/ 81477 h 162934"/>
                    <a:gd name="connsiteX3" fmla="*/ 138456 w 162172"/>
                    <a:gd name="connsiteY3" fmla="*/ 23851 h 162934"/>
                    <a:gd name="connsiteX4" fmla="*/ 81067 w 162172"/>
                    <a:gd name="connsiteY4" fmla="*/ 0 h 162934"/>
                    <a:gd name="connsiteX5" fmla="*/ 0 w 162172"/>
                    <a:gd name="connsiteY5" fmla="*/ 81477 h 162934"/>
                    <a:gd name="connsiteX6" fmla="*/ 20869 w 162172"/>
                    <a:gd name="connsiteY6" fmla="*/ 81477 h 162934"/>
                    <a:gd name="connsiteX7" fmla="*/ 81048 w 162172"/>
                    <a:gd name="connsiteY7" fmla="*/ 20869 h 162934"/>
                    <a:gd name="connsiteX8" fmla="*/ 123682 w 162172"/>
                    <a:gd name="connsiteY8" fmla="*/ 38567 h 162934"/>
                    <a:gd name="connsiteX9" fmla="*/ 141313 w 162172"/>
                    <a:gd name="connsiteY9" fmla="*/ 81477 h 162934"/>
                    <a:gd name="connsiteX10" fmla="*/ 81058 w 162172"/>
                    <a:gd name="connsiteY10" fmla="*/ 142065 h 162934"/>
                    <a:gd name="connsiteX11" fmla="*/ 20869 w 162172"/>
                    <a:gd name="connsiteY11" fmla="*/ 8147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2172" h="162934">
                      <a:moveTo>
                        <a:pt x="0" y="81477"/>
                      </a:moveTo>
                      <a:cubicBezTo>
                        <a:pt x="0" y="126387"/>
                        <a:pt x="36376" y="162935"/>
                        <a:pt x="81058" y="162935"/>
                      </a:cubicBezTo>
                      <a:cubicBezTo>
                        <a:pt x="125787" y="162935"/>
                        <a:pt x="162173" y="126387"/>
                        <a:pt x="162173" y="81477"/>
                      </a:cubicBezTo>
                      <a:cubicBezTo>
                        <a:pt x="162173" y="59684"/>
                        <a:pt x="153762" y="39224"/>
                        <a:pt x="138456" y="23851"/>
                      </a:cubicBezTo>
                      <a:cubicBezTo>
                        <a:pt x="123168" y="8477"/>
                        <a:pt x="102794" y="0"/>
                        <a:pt x="81067" y="0"/>
                      </a:cubicBezTo>
                      <a:cubicBezTo>
                        <a:pt x="36376" y="10"/>
                        <a:pt x="0" y="36557"/>
                        <a:pt x="0" y="81477"/>
                      </a:cubicBezTo>
                      <a:close/>
                      <a:moveTo>
                        <a:pt x="20869" y="81477"/>
                      </a:moveTo>
                      <a:cubicBezTo>
                        <a:pt x="20869" y="48063"/>
                        <a:pt x="47873" y="20869"/>
                        <a:pt x="81048" y="20869"/>
                      </a:cubicBezTo>
                      <a:cubicBezTo>
                        <a:pt x="97184" y="20869"/>
                        <a:pt x="112300" y="27156"/>
                        <a:pt x="123682" y="38567"/>
                      </a:cubicBezTo>
                      <a:cubicBezTo>
                        <a:pt x="135036" y="50006"/>
                        <a:pt x="141313" y="65256"/>
                        <a:pt x="141313" y="81477"/>
                      </a:cubicBezTo>
                      <a:cubicBezTo>
                        <a:pt x="141313" y="114881"/>
                        <a:pt x="114281" y="142065"/>
                        <a:pt x="81058" y="142065"/>
                      </a:cubicBezTo>
                      <a:cubicBezTo>
                        <a:pt x="47873" y="142075"/>
                        <a:pt x="20869" y="114891"/>
                        <a:pt x="20869" y="814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4" name="Freeform 63">
                  <a:extLst>
                    <a:ext uri="{FF2B5EF4-FFF2-40B4-BE49-F238E27FC236}">
                      <a16:creationId xmlns:a16="http://schemas.microsoft.com/office/drawing/2014/main" id="{4FD7F114-B0BA-F1DA-DBAA-1E6C3D0A81CA}"/>
                    </a:ext>
                  </a:extLst>
                </p:cNvPr>
                <p:cNvSpPr/>
                <p:nvPr/>
              </p:nvSpPr>
              <p:spPr>
                <a:xfrm>
                  <a:off x="7262764" y="2608411"/>
                  <a:ext cx="162068" cy="162934"/>
                </a:xfrm>
                <a:custGeom>
                  <a:avLst/>
                  <a:gdLst>
                    <a:gd name="connsiteX0" fmla="*/ 0 w 162068"/>
                    <a:gd name="connsiteY0" fmla="*/ 81477 h 162934"/>
                    <a:gd name="connsiteX1" fmla="*/ 81077 w 162068"/>
                    <a:gd name="connsiteY1" fmla="*/ 162935 h 162934"/>
                    <a:gd name="connsiteX2" fmla="*/ 162068 w 162068"/>
                    <a:gd name="connsiteY2" fmla="*/ 81477 h 162934"/>
                    <a:gd name="connsiteX3" fmla="*/ 81077 w 162068"/>
                    <a:gd name="connsiteY3" fmla="*/ 0 h 162934"/>
                    <a:gd name="connsiteX4" fmla="*/ 0 w 162068"/>
                    <a:gd name="connsiteY4" fmla="*/ 81477 h 162934"/>
                    <a:gd name="connsiteX5" fmla="*/ 20879 w 162068"/>
                    <a:gd name="connsiteY5" fmla="*/ 81477 h 162934"/>
                    <a:gd name="connsiteX6" fmla="*/ 81077 w 162068"/>
                    <a:gd name="connsiteY6" fmla="*/ 20869 h 162934"/>
                    <a:gd name="connsiteX7" fmla="*/ 141198 w 162068"/>
                    <a:gd name="connsiteY7" fmla="*/ 81477 h 162934"/>
                    <a:gd name="connsiteX8" fmla="*/ 81077 w 162068"/>
                    <a:gd name="connsiteY8" fmla="*/ 142065 h 162934"/>
                    <a:gd name="connsiteX9" fmla="*/ 20879 w 162068"/>
                    <a:gd name="connsiteY9" fmla="*/ 8147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068" h="162934">
                      <a:moveTo>
                        <a:pt x="0" y="81477"/>
                      </a:moveTo>
                      <a:cubicBezTo>
                        <a:pt x="0" y="126387"/>
                        <a:pt x="36376" y="162935"/>
                        <a:pt x="81077" y="162935"/>
                      </a:cubicBezTo>
                      <a:cubicBezTo>
                        <a:pt x="125739" y="162935"/>
                        <a:pt x="162068" y="126387"/>
                        <a:pt x="162068" y="81477"/>
                      </a:cubicBezTo>
                      <a:cubicBezTo>
                        <a:pt x="162068" y="36547"/>
                        <a:pt x="125749" y="0"/>
                        <a:pt x="81077" y="0"/>
                      </a:cubicBezTo>
                      <a:cubicBezTo>
                        <a:pt x="36376" y="10"/>
                        <a:pt x="0" y="36557"/>
                        <a:pt x="0" y="81477"/>
                      </a:cubicBezTo>
                      <a:close/>
                      <a:moveTo>
                        <a:pt x="20879" y="81477"/>
                      </a:moveTo>
                      <a:cubicBezTo>
                        <a:pt x="20879" y="48063"/>
                        <a:pt x="47882" y="20869"/>
                        <a:pt x="81077" y="20869"/>
                      </a:cubicBezTo>
                      <a:cubicBezTo>
                        <a:pt x="114233" y="20869"/>
                        <a:pt x="141198" y="48063"/>
                        <a:pt x="141198" y="81477"/>
                      </a:cubicBezTo>
                      <a:cubicBezTo>
                        <a:pt x="141198" y="114881"/>
                        <a:pt x="114233" y="142065"/>
                        <a:pt x="81077" y="142065"/>
                      </a:cubicBezTo>
                      <a:cubicBezTo>
                        <a:pt x="47873" y="142075"/>
                        <a:pt x="20879" y="114891"/>
                        <a:pt x="20879" y="814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5" name="Freeform 64">
                  <a:extLst>
                    <a:ext uri="{FF2B5EF4-FFF2-40B4-BE49-F238E27FC236}">
                      <a16:creationId xmlns:a16="http://schemas.microsoft.com/office/drawing/2014/main" id="{7AD38F1B-DA08-3ED9-EA51-CCD162957952}"/>
                    </a:ext>
                  </a:extLst>
                </p:cNvPr>
                <p:cNvSpPr/>
                <p:nvPr/>
              </p:nvSpPr>
              <p:spPr>
                <a:xfrm>
                  <a:off x="7470667" y="2608411"/>
                  <a:ext cx="162143" cy="162934"/>
                </a:xfrm>
                <a:custGeom>
                  <a:avLst/>
                  <a:gdLst>
                    <a:gd name="connsiteX0" fmla="*/ 0 w 162143"/>
                    <a:gd name="connsiteY0" fmla="*/ 81477 h 162934"/>
                    <a:gd name="connsiteX1" fmla="*/ 81019 w 162143"/>
                    <a:gd name="connsiteY1" fmla="*/ 162935 h 162934"/>
                    <a:gd name="connsiteX2" fmla="*/ 162144 w 162143"/>
                    <a:gd name="connsiteY2" fmla="*/ 81477 h 162934"/>
                    <a:gd name="connsiteX3" fmla="*/ 81019 w 162143"/>
                    <a:gd name="connsiteY3" fmla="*/ 0 h 162934"/>
                    <a:gd name="connsiteX4" fmla="*/ 0 w 162143"/>
                    <a:gd name="connsiteY4" fmla="*/ 81477 h 162934"/>
                    <a:gd name="connsiteX5" fmla="*/ 20869 w 162143"/>
                    <a:gd name="connsiteY5" fmla="*/ 81477 h 162934"/>
                    <a:gd name="connsiteX6" fmla="*/ 81019 w 162143"/>
                    <a:gd name="connsiteY6" fmla="*/ 20869 h 162934"/>
                    <a:gd name="connsiteX7" fmla="*/ 141265 w 162143"/>
                    <a:gd name="connsiteY7" fmla="*/ 81477 h 162934"/>
                    <a:gd name="connsiteX8" fmla="*/ 81019 w 162143"/>
                    <a:gd name="connsiteY8" fmla="*/ 142065 h 162934"/>
                    <a:gd name="connsiteX9" fmla="*/ 20869 w 162143"/>
                    <a:gd name="connsiteY9" fmla="*/ 81477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143" h="162934">
                      <a:moveTo>
                        <a:pt x="0" y="81477"/>
                      </a:moveTo>
                      <a:cubicBezTo>
                        <a:pt x="0" y="126387"/>
                        <a:pt x="36347" y="162935"/>
                        <a:pt x="81019" y="162935"/>
                      </a:cubicBezTo>
                      <a:cubicBezTo>
                        <a:pt x="125739" y="162935"/>
                        <a:pt x="162144" y="126387"/>
                        <a:pt x="162144" y="81477"/>
                      </a:cubicBezTo>
                      <a:cubicBezTo>
                        <a:pt x="162144" y="36547"/>
                        <a:pt x="125749" y="0"/>
                        <a:pt x="81019" y="0"/>
                      </a:cubicBezTo>
                      <a:cubicBezTo>
                        <a:pt x="36357" y="10"/>
                        <a:pt x="0" y="36557"/>
                        <a:pt x="0" y="81477"/>
                      </a:cubicBezTo>
                      <a:close/>
                      <a:moveTo>
                        <a:pt x="20869" y="81477"/>
                      </a:moveTo>
                      <a:cubicBezTo>
                        <a:pt x="20869" y="48063"/>
                        <a:pt x="47853" y="20869"/>
                        <a:pt x="81019" y="20869"/>
                      </a:cubicBezTo>
                      <a:cubicBezTo>
                        <a:pt x="114262" y="20869"/>
                        <a:pt x="141265" y="48063"/>
                        <a:pt x="141265" y="81477"/>
                      </a:cubicBezTo>
                      <a:cubicBezTo>
                        <a:pt x="141265" y="114881"/>
                        <a:pt x="114262" y="142065"/>
                        <a:pt x="81019" y="142065"/>
                      </a:cubicBezTo>
                      <a:cubicBezTo>
                        <a:pt x="47853" y="142075"/>
                        <a:pt x="20869" y="114891"/>
                        <a:pt x="20869" y="814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66" name="Freeform 65">
                  <a:extLst>
                    <a:ext uri="{FF2B5EF4-FFF2-40B4-BE49-F238E27FC236}">
                      <a16:creationId xmlns:a16="http://schemas.microsoft.com/office/drawing/2014/main" id="{3294CC50-5C39-4434-9FD3-302E3729EA16}"/>
                    </a:ext>
                  </a:extLst>
                </p:cNvPr>
                <p:cNvSpPr/>
                <p:nvPr/>
              </p:nvSpPr>
              <p:spPr>
                <a:xfrm>
                  <a:off x="7678569" y="2608421"/>
                  <a:ext cx="162134" cy="162934"/>
                </a:xfrm>
                <a:custGeom>
                  <a:avLst/>
                  <a:gdLst>
                    <a:gd name="connsiteX0" fmla="*/ 23679 w 162134"/>
                    <a:gd name="connsiteY0" fmla="*/ 23851 h 162934"/>
                    <a:gd name="connsiteX1" fmla="*/ 0 w 162134"/>
                    <a:gd name="connsiteY1" fmla="*/ 81477 h 162934"/>
                    <a:gd name="connsiteX2" fmla="*/ 23679 w 162134"/>
                    <a:gd name="connsiteY2" fmla="*/ 139017 h 162934"/>
                    <a:gd name="connsiteX3" fmla="*/ 81058 w 162134"/>
                    <a:gd name="connsiteY3" fmla="*/ 162935 h 162934"/>
                    <a:gd name="connsiteX4" fmla="*/ 162135 w 162134"/>
                    <a:gd name="connsiteY4" fmla="*/ 81477 h 162934"/>
                    <a:gd name="connsiteX5" fmla="*/ 81058 w 162134"/>
                    <a:gd name="connsiteY5" fmla="*/ 0 h 162934"/>
                    <a:gd name="connsiteX6" fmla="*/ 23679 w 162134"/>
                    <a:gd name="connsiteY6" fmla="*/ 23851 h 162934"/>
                    <a:gd name="connsiteX7" fmla="*/ 38491 w 162134"/>
                    <a:gd name="connsiteY7" fmla="*/ 124301 h 162934"/>
                    <a:gd name="connsiteX8" fmla="*/ 20860 w 162134"/>
                    <a:gd name="connsiteY8" fmla="*/ 81467 h 162934"/>
                    <a:gd name="connsiteX9" fmla="*/ 38491 w 162134"/>
                    <a:gd name="connsiteY9" fmla="*/ 38557 h 162934"/>
                    <a:gd name="connsiteX10" fmla="*/ 81058 w 162134"/>
                    <a:gd name="connsiteY10" fmla="*/ 20860 h 162934"/>
                    <a:gd name="connsiteX11" fmla="*/ 141275 w 162134"/>
                    <a:gd name="connsiteY11" fmla="*/ 81467 h 162934"/>
                    <a:gd name="connsiteX12" fmla="*/ 81058 w 162134"/>
                    <a:gd name="connsiteY12" fmla="*/ 142056 h 162934"/>
                    <a:gd name="connsiteX13" fmla="*/ 38491 w 162134"/>
                    <a:gd name="connsiteY13" fmla="*/ 124301 h 162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62134" h="162934">
                      <a:moveTo>
                        <a:pt x="23679" y="23851"/>
                      </a:moveTo>
                      <a:cubicBezTo>
                        <a:pt x="8411" y="39224"/>
                        <a:pt x="0" y="59684"/>
                        <a:pt x="0" y="81477"/>
                      </a:cubicBezTo>
                      <a:cubicBezTo>
                        <a:pt x="0" y="103203"/>
                        <a:pt x="8420" y="123634"/>
                        <a:pt x="23679" y="139017"/>
                      </a:cubicBezTo>
                      <a:cubicBezTo>
                        <a:pt x="38986" y="154438"/>
                        <a:pt x="59350" y="162935"/>
                        <a:pt x="81058" y="162935"/>
                      </a:cubicBezTo>
                      <a:cubicBezTo>
                        <a:pt x="125768" y="162935"/>
                        <a:pt x="162135" y="126387"/>
                        <a:pt x="162135" y="81477"/>
                      </a:cubicBezTo>
                      <a:cubicBezTo>
                        <a:pt x="162135" y="36547"/>
                        <a:pt x="125778" y="0"/>
                        <a:pt x="81058" y="0"/>
                      </a:cubicBezTo>
                      <a:cubicBezTo>
                        <a:pt x="59350" y="0"/>
                        <a:pt x="38958" y="8468"/>
                        <a:pt x="23679" y="23851"/>
                      </a:cubicBezTo>
                      <a:close/>
                      <a:moveTo>
                        <a:pt x="38491" y="124301"/>
                      </a:moveTo>
                      <a:cubicBezTo>
                        <a:pt x="27118" y="112852"/>
                        <a:pt x="20860" y="97641"/>
                        <a:pt x="20860" y="81467"/>
                      </a:cubicBezTo>
                      <a:cubicBezTo>
                        <a:pt x="20860" y="65227"/>
                        <a:pt x="27108" y="49978"/>
                        <a:pt x="38491" y="38557"/>
                      </a:cubicBezTo>
                      <a:cubicBezTo>
                        <a:pt x="49816" y="27146"/>
                        <a:pt x="64932" y="20860"/>
                        <a:pt x="81058" y="20860"/>
                      </a:cubicBezTo>
                      <a:cubicBezTo>
                        <a:pt x="114243" y="20860"/>
                        <a:pt x="141275" y="48054"/>
                        <a:pt x="141275" y="81467"/>
                      </a:cubicBezTo>
                      <a:cubicBezTo>
                        <a:pt x="141275" y="114871"/>
                        <a:pt x="114243" y="142056"/>
                        <a:pt x="81058" y="142056"/>
                      </a:cubicBezTo>
                      <a:cubicBezTo>
                        <a:pt x="64980" y="142065"/>
                        <a:pt x="49854" y="135769"/>
                        <a:pt x="38491" y="12430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</p:grpSp>
          <p:grpSp>
            <p:nvGrpSpPr>
              <p:cNvPr id="12" name="Graphic 18">
                <a:extLst>
                  <a:ext uri="{FF2B5EF4-FFF2-40B4-BE49-F238E27FC236}">
                    <a16:creationId xmlns:a16="http://schemas.microsoft.com/office/drawing/2014/main" id="{1DAE5EB9-9C4A-44DD-7F42-2859116783E3}"/>
                  </a:ext>
                </a:extLst>
              </p:cNvPr>
              <p:cNvGrpSpPr/>
              <p:nvPr/>
            </p:nvGrpSpPr>
            <p:grpSpPr>
              <a:xfrm>
                <a:off x="3450865" y="3696519"/>
                <a:ext cx="4857639" cy="1083897"/>
                <a:chOff x="3450865" y="3696519"/>
                <a:chExt cx="4857639" cy="1083897"/>
              </a:xfrm>
              <a:grpFill/>
            </p:grpSpPr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A68787D8-CF82-7920-1D7A-4BA776D635CA}"/>
                    </a:ext>
                  </a:extLst>
                </p:cNvPr>
                <p:cNvSpPr/>
                <p:nvPr/>
              </p:nvSpPr>
              <p:spPr>
                <a:xfrm>
                  <a:off x="3450865" y="3696757"/>
                  <a:ext cx="843985" cy="1083421"/>
                </a:xfrm>
                <a:custGeom>
                  <a:avLst/>
                  <a:gdLst>
                    <a:gd name="connsiteX0" fmla="*/ 427010 w 843985"/>
                    <a:gd name="connsiteY0" fmla="*/ 162240 h 1083421"/>
                    <a:gd name="connsiteX1" fmla="*/ 261789 w 843985"/>
                    <a:gd name="connsiteY1" fmla="*/ 296485 h 1083421"/>
                    <a:gd name="connsiteX2" fmla="*/ 453727 w 843985"/>
                    <a:gd name="connsiteY2" fmla="*/ 440160 h 1083421"/>
                    <a:gd name="connsiteX3" fmla="*/ 843985 w 843985"/>
                    <a:gd name="connsiteY3" fmla="*/ 734873 h 1083421"/>
                    <a:gd name="connsiteX4" fmla="*/ 397482 w 843985"/>
                    <a:gd name="connsiteY4" fmla="*/ 1083421 h 1083421"/>
                    <a:gd name="connsiteX5" fmla="*/ 223 w 843985"/>
                    <a:gd name="connsiteY5" fmla="*/ 727691 h 1083421"/>
                    <a:gd name="connsiteX6" fmla="*/ 225889 w 843985"/>
                    <a:gd name="connsiteY6" fmla="*/ 727691 h 1083421"/>
                    <a:gd name="connsiteX7" fmla="*/ 399463 w 843985"/>
                    <a:gd name="connsiteY7" fmla="*/ 921258 h 1083421"/>
                    <a:gd name="connsiteX8" fmla="*/ 608175 w 843985"/>
                    <a:gd name="connsiteY8" fmla="*/ 783346 h 1083421"/>
                    <a:gd name="connsiteX9" fmla="*/ 369126 w 843985"/>
                    <a:gd name="connsiteY9" fmla="*/ 629488 h 1083421"/>
                    <a:gd name="connsiteX10" fmla="*/ 25978 w 843985"/>
                    <a:gd name="connsiteY10" fmla="*/ 343386 h 1083421"/>
                    <a:gd name="connsiteX11" fmla="*/ 457337 w 843985"/>
                    <a:gd name="connsiteY11" fmla="*/ 0 h 1083421"/>
                    <a:gd name="connsiteX12" fmla="*/ 815439 w 843985"/>
                    <a:gd name="connsiteY12" fmla="*/ 318840 h 1083421"/>
                    <a:gd name="connsiteX13" fmla="*/ 599403 w 843985"/>
                    <a:gd name="connsiteY13" fmla="*/ 319659 h 1083421"/>
                    <a:gd name="connsiteX14" fmla="*/ 427010 w 843985"/>
                    <a:gd name="connsiteY14" fmla="*/ 162240 h 1083421"/>
                    <a:gd name="connsiteX15" fmla="*/ 427010 w 843985"/>
                    <a:gd name="connsiteY15" fmla="*/ 162240 h 108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43985" h="1083421">
                      <a:moveTo>
                        <a:pt x="427010" y="162240"/>
                      </a:moveTo>
                      <a:cubicBezTo>
                        <a:pt x="345209" y="162240"/>
                        <a:pt x="261789" y="205492"/>
                        <a:pt x="261789" y="296485"/>
                      </a:cubicBezTo>
                      <a:cubicBezTo>
                        <a:pt x="261789" y="409223"/>
                        <a:pt x="362335" y="422205"/>
                        <a:pt x="453727" y="440160"/>
                      </a:cubicBezTo>
                      <a:cubicBezTo>
                        <a:pt x="612376" y="480460"/>
                        <a:pt x="843985" y="525361"/>
                        <a:pt x="843985" y="734873"/>
                      </a:cubicBezTo>
                      <a:cubicBezTo>
                        <a:pt x="843985" y="993648"/>
                        <a:pt x="620938" y="1083421"/>
                        <a:pt x="397482" y="1083421"/>
                      </a:cubicBezTo>
                      <a:cubicBezTo>
                        <a:pt x="160224" y="1083421"/>
                        <a:pt x="-6959" y="990886"/>
                        <a:pt x="223" y="727691"/>
                      </a:cubicBezTo>
                      <a:lnTo>
                        <a:pt x="225889" y="727691"/>
                      </a:lnTo>
                      <a:cubicBezTo>
                        <a:pt x="217288" y="843191"/>
                        <a:pt x="283573" y="921258"/>
                        <a:pt x="399463" y="921258"/>
                      </a:cubicBezTo>
                      <a:cubicBezTo>
                        <a:pt x="489284" y="921258"/>
                        <a:pt x="608175" y="894064"/>
                        <a:pt x="608175" y="783346"/>
                      </a:cubicBezTo>
                      <a:cubicBezTo>
                        <a:pt x="608175" y="661026"/>
                        <a:pt x="458909" y="652453"/>
                        <a:pt x="369126" y="629488"/>
                      </a:cubicBezTo>
                      <a:cubicBezTo>
                        <a:pt x="223279" y="593389"/>
                        <a:pt x="25978" y="527352"/>
                        <a:pt x="25978" y="343386"/>
                      </a:cubicBezTo>
                      <a:cubicBezTo>
                        <a:pt x="25978" y="105756"/>
                        <a:pt x="243244" y="0"/>
                        <a:pt x="457337" y="0"/>
                      </a:cubicBezTo>
                      <a:cubicBezTo>
                        <a:pt x="659658" y="0"/>
                        <a:pt x="815439" y="109909"/>
                        <a:pt x="815439" y="318840"/>
                      </a:cubicBezTo>
                      <a:lnTo>
                        <a:pt x="599403" y="319659"/>
                      </a:lnTo>
                      <a:cubicBezTo>
                        <a:pt x="590811" y="214103"/>
                        <a:pt x="534709" y="162240"/>
                        <a:pt x="427010" y="162240"/>
                      </a:cubicBezTo>
                      <a:lnTo>
                        <a:pt x="427010" y="16224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5871078E-EE0C-20F8-BE5F-30A7C309C165}"/>
                    </a:ext>
                  </a:extLst>
                </p:cNvPr>
                <p:cNvSpPr/>
                <p:nvPr/>
              </p:nvSpPr>
              <p:spPr>
                <a:xfrm>
                  <a:off x="4410779" y="4014006"/>
                  <a:ext cx="750846" cy="766400"/>
                </a:xfrm>
                <a:custGeom>
                  <a:avLst/>
                  <a:gdLst>
                    <a:gd name="connsiteX0" fmla="*/ 375275 w 750846"/>
                    <a:gd name="connsiteY0" fmla="*/ 766401 h 766400"/>
                    <a:gd name="connsiteX1" fmla="*/ 0 w 750846"/>
                    <a:gd name="connsiteY1" fmla="*/ 383105 h 766400"/>
                    <a:gd name="connsiteX2" fmla="*/ 375275 w 750846"/>
                    <a:gd name="connsiteY2" fmla="*/ 0 h 766400"/>
                    <a:gd name="connsiteX3" fmla="*/ 750846 w 750846"/>
                    <a:gd name="connsiteY3" fmla="*/ 383105 h 766400"/>
                    <a:gd name="connsiteX4" fmla="*/ 375275 w 750846"/>
                    <a:gd name="connsiteY4" fmla="*/ 766401 h 766400"/>
                    <a:gd name="connsiteX5" fmla="*/ 375275 w 750846"/>
                    <a:gd name="connsiteY5" fmla="*/ 766401 h 766400"/>
                    <a:gd name="connsiteX6" fmla="*/ 375275 w 750846"/>
                    <a:gd name="connsiteY6" fmla="*/ 621925 h 766400"/>
                    <a:gd name="connsiteX7" fmla="*/ 528152 w 750846"/>
                    <a:gd name="connsiteY7" fmla="*/ 383105 h 766400"/>
                    <a:gd name="connsiteX8" fmla="*/ 375275 w 750846"/>
                    <a:gd name="connsiteY8" fmla="*/ 144447 h 766400"/>
                    <a:gd name="connsiteX9" fmla="*/ 222475 w 750846"/>
                    <a:gd name="connsiteY9" fmla="*/ 383105 h 766400"/>
                    <a:gd name="connsiteX10" fmla="*/ 375275 w 750846"/>
                    <a:gd name="connsiteY10" fmla="*/ 621925 h 766400"/>
                    <a:gd name="connsiteX11" fmla="*/ 375275 w 750846"/>
                    <a:gd name="connsiteY11" fmla="*/ 621925 h 766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50846" h="766400">
                      <a:moveTo>
                        <a:pt x="375275" y="766401"/>
                      </a:moveTo>
                      <a:cubicBezTo>
                        <a:pt x="140694" y="766401"/>
                        <a:pt x="0" y="610391"/>
                        <a:pt x="0" y="383105"/>
                      </a:cubicBezTo>
                      <a:cubicBezTo>
                        <a:pt x="0" y="156020"/>
                        <a:pt x="140694" y="0"/>
                        <a:pt x="375275" y="0"/>
                      </a:cubicBezTo>
                      <a:cubicBezTo>
                        <a:pt x="610124" y="0"/>
                        <a:pt x="750846" y="156020"/>
                        <a:pt x="750846" y="383105"/>
                      </a:cubicBezTo>
                      <a:cubicBezTo>
                        <a:pt x="750837" y="610391"/>
                        <a:pt x="610124" y="766401"/>
                        <a:pt x="375275" y="766401"/>
                      </a:cubicBezTo>
                      <a:lnTo>
                        <a:pt x="375275" y="766401"/>
                      </a:lnTo>
                      <a:close/>
                      <a:moveTo>
                        <a:pt x="375275" y="621925"/>
                      </a:moveTo>
                      <a:cubicBezTo>
                        <a:pt x="506816" y="621925"/>
                        <a:pt x="528152" y="498215"/>
                        <a:pt x="528152" y="383105"/>
                      </a:cubicBezTo>
                      <a:cubicBezTo>
                        <a:pt x="528152" y="268186"/>
                        <a:pt x="506816" y="144447"/>
                        <a:pt x="375275" y="144447"/>
                      </a:cubicBezTo>
                      <a:cubicBezTo>
                        <a:pt x="244011" y="144447"/>
                        <a:pt x="222475" y="268176"/>
                        <a:pt x="222475" y="383105"/>
                      </a:cubicBezTo>
                      <a:cubicBezTo>
                        <a:pt x="222475" y="498215"/>
                        <a:pt x="244002" y="621925"/>
                        <a:pt x="375275" y="621925"/>
                      </a:cubicBezTo>
                      <a:lnTo>
                        <a:pt x="375275" y="62192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8442C854-1441-6A1B-77AB-CDEFC81309DF}"/>
                    </a:ext>
                  </a:extLst>
                </p:cNvPr>
                <p:cNvSpPr/>
                <p:nvPr/>
              </p:nvSpPr>
              <p:spPr>
                <a:xfrm>
                  <a:off x="5175761" y="3696519"/>
                  <a:ext cx="472478" cy="1063323"/>
                </a:xfrm>
                <a:custGeom>
                  <a:avLst/>
                  <a:gdLst>
                    <a:gd name="connsiteX0" fmla="*/ 323250 w 472478"/>
                    <a:gd name="connsiteY0" fmla="*/ 338042 h 1063323"/>
                    <a:gd name="connsiteX1" fmla="*/ 453923 w 472478"/>
                    <a:gd name="connsiteY1" fmla="*/ 338042 h 1063323"/>
                    <a:gd name="connsiteX2" fmla="*/ 453923 w 472478"/>
                    <a:gd name="connsiteY2" fmla="*/ 482660 h 1063323"/>
                    <a:gd name="connsiteX3" fmla="*/ 323250 w 472478"/>
                    <a:gd name="connsiteY3" fmla="*/ 482660 h 1063323"/>
                    <a:gd name="connsiteX4" fmla="*/ 323250 w 472478"/>
                    <a:gd name="connsiteY4" fmla="*/ 1063324 h 1063323"/>
                    <a:gd name="connsiteX5" fmla="*/ 107795 w 472478"/>
                    <a:gd name="connsiteY5" fmla="*/ 1063324 h 1063323"/>
                    <a:gd name="connsiteX6" fmla="*/ 107795 w 472478"/>
                    <a:gd name="connsiteY6" fmla="*/ 482660 h 1063323"/>
                    <a:gd name="connsiteX7" fmla="*/ 0 w 472478"/>
                    <a:gd name="connsiteY7" fmla="*/ 482660 h 1063323"/>
                    <a:gd name="connsiteX8" fmla="*/ 0 w 472478"/>
                    <a:gd name="connsiteY8" fmla="*/ 338042 h 1063323"/>
                    <a:gd name="connsiteX9" fmla="*/ 107795 w 472478"/>
                    <a:gd name="connsiteY9" fmla="*/ 338042 h 1063323"/>
                    <a:gd name="connsiteX10" fmla="*/ 354740 w 472478"/>
                    <a:gd name="connsiteY10" fmla="*/ 0 h 1063323"/>
                    <a:gd name="connsiteX11" fmla="*/ 472478 w 472478"/>
                    <a:gd name="connsiteY11" fmla="*/ 10192 h 1063323"/>
                    <a:gd name="connsiteX12" fmla="*/ 472478 w 472478"/>
                    <a:gd name="connsiteY12" fmla="*/ 144475 h 1063323"/>
                    <a:gd name="connsiteX13" fmla="*/ 323250 w 472478"/>
                    <a:gd name="connsiteY13" fmla="*/ 338042 h 1063323"/>
                    <a:gd name="connsiteX14" fmla="*/ 323250 w 472478"/>
                    <a:gd name="connsiteY14" fmla="*/ 338042 h 1063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72478" h="1063323">
                      <a:moveTo>
                        <a:pt x="323250" y="338042"/>
                      </a:moveTo>
                      <a:lnTo>
                        <a:pt x="453923" y="338042"/>
                      </a:lnTo>
                      <a:lnTo>
                        <a:pt x="453923" y="482660"/>
                      </a:lnTo>
                      <a:lnTo>
                        <a:pt x="323250" y="482660"/>
                      </a:lnTo>
                      <a:lnTo>
                        <a:pt x="323250" y="1063324"/>
                      </a:lnTo>
                      <a:lnTo>
                        <a:pt x="107795" y="1063324"/>
                      </a:lnTo>
                      <a:lnTo>
                        <a:pt x="107795" y="482660"/>
                      </a:lnTo>
                      <a:lnTo>
                        <a:pt x="0" y="482660"/>
                      </a:lnTo>
                      <a:lnTo>
                        <a:pt x="0" y="338042"/>
                      </a:lnTo>
                      <a:lnTo>
                        <a:pt x="107795" y="338042"/>
                      </a:lnTo>
                      <a:cubicBezTo>
                        <a:pt x="101975" y="132931"/>
                        <a:pt x="120720" y="0"/>
                        <a:pt x="354740" y="0"/>
                      </a:cubicBezTo>
                      <a:cubicBezTo>
                        <a:pt x="393707" y="0"/>
                        <a:pt x="433787" y="4410"/>
                        <a:pt x="472478" y="10192"/>
                      </a:cubicBezTo>
                      <a:lnTo>
                        <a:pt x="472478" y="144475"/>
                      </a:lnTo>
                      <a:cubicBezTo>
                        <a:pt x="320250" y="127130"/>
                        <a:pt x="317468" y="196187"/>
                        <a:pt x="323250" y="338042"/>
                      </a:cubicBezTo>
                      <a:lnTo>
                        <a:pt x="323250" y="33804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20871ACD-0F2C-BB4F-FAE4-8752FD52AA4A}"/>
                    </a:ext>
                  </a:extLst>
                </p:cNvPr>
                <p:cNvSpPr/>
                <p:nvPr/>
              </p:nvSpPr>
              <p:spPr>
                <a:xfrm>
                  <a:off x="5683948" y="3813495"/>
                  <a:ext cx="522770" cy="966920"/>
                </a:xfrm>
                <a:custGeom>
                  <a:avLst/>
                  <a:gdLst>
                    <a:gd name="connsiteX0" fmla="*/ 145114 w 522770"/>
                    <a:gd name="connsiteY0" fmla="*/ 77991 h 966920"/>
                    <a:gd name="connsiteX1" fmla="*/ 360579 w 522770"/>
                    <a:gd name="connsiteY1" fmla="*/ 0 h 966920"/>
                    <a:gd name="connsiteX2" fmla="*/ 360579 w 522770"/>
                    <a:gd name="connsiteY2" fmla="*/ 221075 h 966920"/>
                    <a:gd name="connsiteX3" fmla="*/ 522770 w 522770"/>
                    <a:gd name="connsiteY3" fmla="*/ 221075 h 966920"/>
                    <a:gd name="connsiteX4" fmla="*/ 522770 w 522770"/>
                    <a:gd name="connsiteY4" fmla="*/ 365693 h 966920"/>
                    <a:gd name="connsiteX5" fmla="*/ 360579 w 522770"/>
                    <a:gd name="connsiteY5" fmla="*/ 365693 h 966920"/>
                    <a:gd name="connsiteX6" fmla="*/ 360579 w 522770"/>
                    <a:gd name="connsiteY6" fmla="*/ 701335 h 966920"/>
                    <a:gd name="connsiteX7" fmla="*/ 449590 w 522770"/>
                    <a:gd name="connsiteY7" fmla="*/ 822446 h 966920"/>
                    <a:gd name="connsiteX8" fmla="*/ 518360 w 522770"/>
                    <a:gd name="connsiteY8" fmla="*/ 818045 h 966920"/>
                    <a:gd name="connsiteX9" fmla="*/ 518360 w 522770"/>
                    <a:gd name="connsiteY9" fmla="*/ 945175 h 966920"/>
                    <a:gd name="connsiteX10" fmla="*/ 348987 w 522770"/>
                    <a:gd name="connsiteY10" fmla="*/ 966921 h 966920"/>
                    <a:gd name="connsiteX11" fmla="*/ 145123 w 522770"/>
                    <a:gd name="connsiteY11" fmla="*/ 721481 h 966920"/>
                    <a:gd name="connsiteX12" fmla="*/ 145123 w 522770"/>
                    <a:gd name="connsiteY12" fmla="*/ 365684 h 966920"/>
                    <a:gd name="connsiteX13" fmla="*/ 0 w 522770"/>
                    <a:gd name="connsiteY13" fmla="*/ 365684 h 966920"/>
                    <a:gd name="connsiteX14" fmla="*/ 0 w 522770"/>
                    <a:gd name="connsiteY14" fmla="*/ 221066 h 966920"/>
                    <a:gd name="connsiteX15" fmla="*/ 145114 w 522770"/>
                    <a:gd name="connsiteY15" fmla="*/ 221066 h 966920"/>
                    <a:gd name="connsiteX16" fmla="*/ 145114 w 522770"/>
                    <a:gd name="connsiteY16" fmla="*/ 77991 h 966920"/>
                    <a:gd name="connsiteX17" fmla="*/ 145114 w 522770"/>
                    <a:gd name="connsiteY17" fmla="*/ 77991 h 966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22770" h="966920">
                      <a:moveTo>
                        <a:pt x="145114" y="77991"/>
                      </a:moveTo>
                      <a:lnTo>
                        <a:pt x="360579" y="0"/>
                      </a:lnTo>
                      <a:lnTo>
                        <a:pt x="360579" y="221075"/>
                      </a:lnTo>
                      <a:lnTo>
                        <a:pt x="522770" y="221075"/>
                      </a:lnTo>
                      <a:lnTo>
                        <a:pt x="522770" y="365693"/>
                      </a:lnTo>
                      <a:lnTo>
                        <a:pt x="360579" y="365693"/>
                      </a:lnTo>
                      <a:lnTo>
                        <a:pt x="360579" y="701335"/>
                      </a:lnTo>
                      <a:cubicBezTo>
                        <a:pt x="360579" y="796519"/>
                        <a:pt x="374923" y="822446"/>
                        <a:pt x="449590" y="822446"/>
                      </a:cubicBezTo>
                      <a:cubicBezTo>
                        <a:pt x="472488" y="822446"/>
                        <a:pt x="495462" y="819474"/>
                        <a:pt x="518360" y="818045"/>
                      </a:cubicBezTo>
                      <a:lnTo>
                        <a:pt x="518360" y="945175"/>
                      </a:lnTo>
                      <a:cubicBezTo>
                        <a:pt x="494024" y="956777"/>
                        <a:pt x="379104" y="966921"/>
                        <a:pt x="348987" y="966921"/>
                      </a:cubicBezTo>
                      <a:cubicBezTo>
                        <a:pt x="181032" y="966921"/>
                        <a:pt x="145123" y="878681"/>
                        <a:pt x="145123" y="721481"/>
                      </a:cubicBezTo>
                      <a:lnTo>
                        <a:pt x="145123" y="365684"/>
                      </a:lnTo>
                      <a:lnTo>
                        <a:pt x="0" y="365684"/>
                      </a:lnTo>
                      <a:lnTo>
                        <a:pt x="0" y="221066"/>
                      </a:lnTo>
                      <a:lnTo>
                        <a:pt x="145114" y="221066"/>
                      </a:lnTo>
                      <a:lnTo>
                        <a:pt x="145114" y="77991"/>
                      </a:lnTo>
                      <a:lnTo>
                        <a:pt x="145114" y="77991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C85A16AE-AB09-7424-0C7A-12C5E8CD76E1}"/>
                    </a:ext>
                  </a:extLst>
                </p:cNvPr>
                <p:cNvSpPr/>
                <p:nvPr/>
              </p:nvSpPr>
              <p:spPr>
                <a:xfrm>
                  <a:off x="6271345" y="3813495"/>
                  <a:ext cx="522741" cy="966920"/>
                </a:xfrm>
                <a:custGeom>
                  <a:avLst/>
                  <a:gdLst>
                    <a:gd name="connsiteX0" fmla="*/ 145056 w 522741"/>
                    <a:gd name="connsiteY0" fmla="*/ 77991 h 966920"/>
                    <a:gd name="connsiteX1" fmla="*/ 360550 w 522741"/>
                    <a:gd name="connsiteY1" fmla="*/ 0 h 966920"/>
                    <a:gd name="connsiteX2" fmla="*/ 360550 w 522741"/>
                    <a:gd name="connsiteY2" fmla="*/ 221075 h 966920"/>
                    <a:gd name="connsiteX3" fmla="*/ 522742 w 522741"/>
                    <a:gd name="connsiteY3" fmla="*/ 221075 h 966920"/>
                    <a:gd name="connsiteX4" fmla="*/ 522742 w 522741"/>
                    <a:gd name="connsiteY4" fmla="*/ 365693 h 966920"/>
                    <a:gd name="connsiteX5" fmla="*/ 360550 w 522741"/>
                    <a:gd name="connsiteY5" fmla="*/ 365693 h 966920"/>
                    <a:gd name="connsiteX6" fmla="*/ 360550 w 522741"/>
                    <a:gd name="connsiteY6" fmla="*/ 701335 h 966920"/>
                    <a:gd name="connsiteX7" fmla="*/ 449561 w 522741"/>
                    <a:gd name="connsiteY7" fmla="*/ 822446 h 966920"/>
                    <a:gd name="connsiteX8" fmla="*/ 518598 w 522741"/>
                    <a:gd name="connsiteY8" fmla="*/ 818045 h 966920"/>
                    <a:gd name="connsiteX9" fmla="*/ 518598 w 522741"/>
                    <a:gd name="connsiteY9" fmla="*/ 945175 h 966920"/>
                    <a:gd name="connsiteX10" fmla="*/ 348977 w 522741"/>
                    <a:gd name="connsiteY10" fmla="*/ 966921 h 966920"/>
                    <a:gd name="connsiteX11" fmla="*/ 145056 w 522741"/>
                    <a:gd name="connsiteY11" fmla="*/ 721481 h 966920"/>
                    <a:gd name="connsiteX12" fmla="*/ 145056 w 522741"/>
                    <a:gd name="connsiteY12" fmla="*/ 365684 h 966920"/>
                    <a:gd name="connsiteX13" fmla="*/ 0 w 522741"/>
                    <a:gd name="connsiteY13" fmla="*/ 365684 h 966920"/>
                    <a:gd name="connsiteX14" fmla="*/ 0 w 522741"/>
                    <a:gd name="connsiteY14" fmla="*/ 221066 h 966920"/>
                    <a:gd name="connsiteX15" fmla="*/ 145056 w 522741"/>
                    <a:gd name="connsiteY15" fmla="*/ 221066 h 966920"/>
                    <a:gd name="connsiteX16" fmla="*/ 145056 w 522741"/>
                    <a:gd name="connsiteY16" fmla="*/ 77991 h 966920"/>
                    <a:gd name="connsiteX17" fmla="*/ 145056 w 522741"/>
                    <a:gd name="connsiteY17" fmla="*/ 77991 h 966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22741" h="966920">
                      <a:moveTo>
                        <a:pt x="145056" y="77991"/>
                      </a:moveTo>
                      <a:lnTo>
                        <a:pt x="360550" y="0"/>
                      </a:lnTo>
                      <a:lnTo>
                        <a:pt x="360550" y="221075"/>
                      </a:lnTo>
                      <a:lnTo>
                        <a:pt x="522742" y="221075"/>
                      </a:lnTo>
                      <a:lnTo>
                        <a:pt x="522742" y="365693"/>
                      </a:lnTo>
                      <a:lnTo>
                        <a:pt x="360550" y="365693"/>
                      </a:lnTo>
                      <a:lnTo>
                        <a:pt x="360550" y="701335"/>
                      </a:lnTo>
                      <a:cubicBezTo>
                        <a:pt x="360550" y="796519"/>
                        <a:pt x="374933" y="822446"/>
                        <a:pt x="449561" y="822446"/>
                      </a:cubicBezTo>
                      <a:cubicBezTo>
                        <a:pt x="472507" y="822446"/>
                        <a:pt x="495433" y="819474"/>
                        <a:pt x="518598" y="818045"/>
                      </a:cubicBezTo>
                      <a:lnTo>
                        <a:pt x="518598" y="945175"/>
                      </a:lnTo>
                      <a:cubicBezTo>
                        <a:pt x="494033" y="956777"/>
                        <a:pt x="379104" y="966921"/>
                        <a:pt x="348977" y="966921"/>
                      </a:cubicBezTo>
                      <a:cubicBezTo>
                        <a:pt x="180994" y="966921"/>
                        <a:pt x="145056" y="878681"/>
                        <a:pt x="145056" y="721481"/>
                      </a:cubicBezTo>
                      <a:lnTo>
                        <a:pt x="145056" y="365684"/>
                      </a:lnTo>
                      <a:lnTo>
                        <a:pt x="0" y="365684"/>
                      </a:lnTo>
                      <a:lnTo>
                        <a:pt x="0" y="221066"/>
                      </a:lnTo>
                      <a:lnTo>
                        <a:pt x="145056" y="221066"/>
                      </a:lnTo>
                      <a:lnTo>
                        <a:pt x="145056" y="77991"/>
                      </a:lnTo>
                      <a:lnTo>
                        <a:pt x="145056" y="77991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E44F48CE-6F9E-9832-CE3A-93EB7197B7D4}"/>
                    </a:ext>
                  </a:extLst>
                </p:cNvPr>
                <p:cNvSpPr/>
                <p:nvPr/>
              </p:nvSpPr>
              <p:spPr>
                <a:xfrm>
                  <a:off x="6835416" y="4014006"/>
                  <a:ext cx="697144" cy="766400"/>
                </a:xfrm>
                <a:custGeom>
                  <a:avLst/>
                  <a:gdLst>
                    <a:gd name="connsiteX0" fmla="*/ 222685 w 697144"/>
                    <a:gd name="connsiteY0" fmla="*/ 441169 h 766400"/>
                    <a:gd name="connsiteX1" fmla="*/ 347177 w 697144"/>
                    <a:gd name="connsiteY1" fmla="*/ 621925 h 766400"/>
                    <a:gd name="connsiteX2" fmla="*/ 480279 w 697144"/>
                    <a:gd name="connsiteY2" fmla="*/ 528714 h 766400"/>
                    <a:gd name="connsiteX3" fmla="*/ 674208 w 697144"/>
                    <a:gd name="connsiteY3" fmla="*/ 528714 h 766400"/>
                    <a:gd name="connsiteX4" fmla="*/ 347177 w 697144"/>
                    <a:gd name="connsiteY4" fmla="*/ 766401 h 766400"/>
                    <a:gd name="connsiteX5" fmla="*/ 0 w 697144"/>
                    <a:gd name="connsiteY5" fmla="*/ 384877 h 766400"/>
                    <a:gd name="connsiteX6" fmla="*/ 347177 w 697144"/>
                    <a:gd name="connsiteY6" fmla="*/ 0 h 766400"/>
                    <a:gd name="connsiteX7" fmla="*/ 655416 w 697144"/>
                    <a:gd name="connsiteY7" fmla="*/ 173212 h 766400"/>
                    <a:gd name="connsiteX8" fmla="*/ 691334 w 697144"/>
                    <a:gd name="connsiteY8" fmla="*/ 302447 h 766400"/>
                    <a:gd name="connsiteX9" fmla="*/ 697144 w 697144"/>
                    <a:gd name="connsiteY9" fmla="*/ 441169 h 766400"/>
                    <a:gd name="connsiteX10" fmla="*/ 222685 w 697144"/>
                    <a:gd name="connsiteY10" fmla="*/ 441169 h 766400"/>
                    <a:gd name="connsiteX11" fmla="*/ 222685 w 697144"/>
                    <a:gd name="connsiteY11" fmla="*/ 441169 h 766400"/>
                    <a:gd name="connsiteX12" fmla="*/ 474459 w 697144"/>
                    <a:gd name="connsiteY12" fmla="*/ 296694 h 766400"/>
                    <a:gd name="connsiteX13" fmla="*/ 347177 w 697144"/>
                    <a:gd name="connsiteY13" fmla="*/ 144447 h 766400"/>
                    <a:gd name="connsiteX14" fmla="*/ 222685 w 697144"/>
                    <a:gd name="connsiteY14" fmla="*/ 296694 h 766400"/>
                    <a:gd name="connsiteX15" fmla="*/ 474459 w 697144"/>
                    <a:gd name="connsiteY15" fmla="*/ 296694 h 766400"/>
                    <a:gd name="connsiteX16" fmla="*/ 474459 w 697144"/>
                    <a:gd name="connsiteY16" fmla="*/ 296694 h 766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97144" h="766400">
                      <a:moveTo>
                        <a:pt x="222685" y="441169"/>
                      </a:moveTo>
                      <a:cubicBezTo>
                        <a:pt x="222685" y="534324"/>
                        <a:pt x="235620" y="621925"/>
                        <a:pt x="347177" y="621925"/>
                      </a:cubicBezTo>
                      <a:cubicBezTo>
                        <a:pt x="422395" y="621925"/>
                        <a:pt x="459886" y="594598"/>
                        <a:pt x="480279" y="528714"/>
                      </a:cubicBezTo>
                      <a:lnTo>
                        <a:pt x="674208" y="528714"/>
                      </a:lnTo>
                      <a:cubicBezTo>
                        <a:pt x="655416" y="707127"/>
                        <a:pt x="516179" y="766401"/>
                        <a:pt x="347177" y="766401"/>
                      </a:cubicBezTo>
                      <a:cubicBezTo>
                        <a:pt x="99174" y="766401"/>
                        <a:pt x="0" y="626345"/>
                        <a:pt x="0" y="384877"/>
                      </a:cubicBezTo>
                      <a:cubicBezTo>
                        <a:pt x="0" y="167373"/>
                        <a:pt x="126454" y="0"/>
                        <a:pt x="347177" y="0"/>
                      </a:cubicBezTo>
                      <a:cubicBezTo>
                        <a:pt x="483060" y="0"/>
                        <a:pt x="595198" y="46272"/>
                        <a:pt x="655416" y="173212"/>
                      </a:cubicBezTo>
                      <a:cubicBezTo>
                        <a:pt x="675561" y="213474"/>
                        <a:pt x="685543" y="256584"/>
                        <a:pt x="691334" y="302447"/>
                      </a:cubicBezTo>
                      <a:cubicBezTo>
                        <a:pt x="697144" y="347396"/>
                        <a:pt x="697144" y="393478"/>
                        <a:pt x="697144" y="441169"/>
                      </a:cubicBezTo>
                      <a:lnTo>
                        <a:pt x="222685" y="441169"/>
                      </a:lnTo>
                      <a:lnTo>
                        <a:pt x="222685" y="441169"/>
                      </a:lnTo>
                      <a:close/>
                      <a:moveTo>
                        <a:pt x="474459" y="296694"/>
                      </a:moveTo>
                      <a:cubicBezTo>
                        <a:pt x="474459" y="217694"/>
                        <a:pt x="452752" y="144447"/>
                        <a:pt x="347177" y="144447"/>
                      </a:cubicBezTo>
                      <a:cubicBezTo>
                        <a:pt x="247222" y="144447"/>
                        <a:pt x="225466" y="217694"/>
                        <a:pt x="222685" y="296694"/>
                      </a:cubicBezTo>
                      <a:lnTo>
                        <a:pt x="474459" y="296694"/>
                      </a:lnTo>
                      <a:lnTo>
                        <a:pt x="474459" y="296694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58BF6BBD-E936-9801-204C-EF4DC7973F0C}"/>
                    </a:ext>
                  </a:extLst>
                </p:cNvPr>
                <p:cNvSpPr/>
                <p:nvPr/>
              </p:nvSpPr>
              <p:spPr>
                <a:xfrm>
                  <a:off x="7621933" y="3717102"/>
                  <a:ext cx="686571" cy="1042739"/>
                </a:xfrm>
                <a:custGeom>
                  <a:avLst/>
                  <a:gdLst>
                    <a:gd name="connsiteX0" fmla="*/ 218304 w 686571"/>
                    <a:gd name="connsiteY0" fmla="*/ 614134 h 1042739"/>
                    <a:gd name="connsiteX1" fmla="*/ 430825 w 686571"/>
                    <a:gd name="connsiteY1" fmla="*/ 309667 h 1042739"/>
                    <a:gd name="connsiteX2" fmla="*/ 670589 w 686571"/>
                    <a:gd name="connsiteY2" fmla="*/ 309667 h 1042739"/>
                    <a:gd name="connsiteX3" fmla="*/ 422224 w 686571"/>
                    <a:gd name="connsiteY3" fmla="*/ 627116 h 1042739"/>
                    <a:gd name="connsiteX4" fmla="*/ 686571 w 686571"/>
                    <a:gd name="connsiteY4" fmla="*/ 1042740 h 1042739"/>
                    <a:gd name="connsiteX5" fmla="*/ 435178 w 686571"/>
                    <a:gd name="connsiteY5" fmla="*/ 1042740 h 1042739"/>
                    <a:gd name="connsiteX6" fmla="*/ 218304 w 686571"/>
                    <a:gd name="connsiteY6" fmla="*/ 645871 h 1042739"/>
                    <a:gd name="connsiteX7" fmla="*/ 215484 w 686571"/>
                    <a:gd name="connsiteY7" fmla="*/ 648871 h 1042739"/>
                    <a:gd name="connsiteX8" fmla="*/ 215484 w 686571"/>
                    <a:gd name="connsiteY8" fmla="*/ 1042740 h 1042739"/>
                    <a:gd name="connsiteX9" fmla="*/ 0 w 686571"/>
                    <a:gd name="connsiteY9" fmla="*/ 1042740 h 1042739"/>
                    <a:gd name="connsiteX10" fmla="*/ 0 w 686571"/>
                    <a:gd name="connsiteY10" fmla="*/ 0 h 1042739"/>
                    <a:gd name="connsiteX11" fmla="*/ 215484 w 686571"/>
                    <a:gd name="connsiteY11" fmla="*/ 0 h 1042739"/>
                    <a:gd name="connsiteX12" fmla="*/ 215484 w 686571"/>
                    <a:gd name="connsiteY12" fmla="*/ 611343 h 1042739"/>
                    <a:gd name="connsiteX13" fmla="*/ 218304 w 686571"/>
                    <a:gd name="connsiteY13" fmla="*/ 614134 h 1042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86571" h="1042739">
                      <a:moveTo>
                        <a:pt x="218304" y="614134"/>
                      </a:moveTo>
                      <a:lnTo>
                        <a:pt x="430825" y="309667"/>
                      </a:lnTo>
                      <a:lnTo>
                        <a:pt x="670589" y="309667"/>
                      </a:lnTo>
                      <a:lnTo>
                        <a:pt x="422224" y="627116"/>
                      </a:lnTo>
                      <a:lnTo>
                        <a:pt x="686571" y="1042740"/>
                      </a:lnTo>
                      <a:lnTo>
                        <a:pt x="435178" y="1042740"/>
                      </a:lnTo>
                      <a:lnTo>
                        <a:pt x="218304" y="645871"/>
                      </a:lnTo>
                      <a:lnTo>
                        <a:pt x="215484" y="648871"/>
                      </a:lnTo>
                      <a:lnTo>
                        <a:pt x="215484" y="1042740"/>
                      </a:lnTo>
                      <a:lnTo>
                        <a:pt x="0" y="1042740"/>
                      </a:lnTo>
                      <a:lnTo>
                        <a:pt x="0" y="0"/>
                      </a:lnTo>
                      <a:lnTo>
                        <a:pt x="215484" y="0"/>
                      </a:lnTo>
                      <a:lnTo>
                        <a:pt x="215484" y="611343"/>
                      </a:lnTo>
                      <a:lnTo>
                        <a:pt x="218304" y="614134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X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80924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A8573-4579-937D-851C-C3069E5FD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5E80F-3E0E-8F4E-8139-D58417CCD2EE}" type="datetimeFigureOut">
              <a:rPr lang="es-ES_tradnl" smtClean="0"/>
              <a:t>06/04/2026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BCB9AA-FFB6-D199-6FDE-75BF5B72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A4865-E453-93F7-1A21-D4422361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464A-B211-2F45-A405-9DF7831FB829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037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Content Slide #6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 Single Corner Rectangle 97">
            <a:extLst>
              <a:ext uri="{FF2B5EF4-FFF2-40B4-BE49-F238E27FC236}">
                <a16:creationId xmlns:a16="http://schemas.microsoft.com/office/drawing/2014/main" id="{95EC4F0D-C38A-B340-A537-B73D03772955}"/>
              </a:ext>
            </a:extLst>
          </p:cNvPr>
          <p:cNvSpPr/>
          <p:nvPr userDrawn="1"/>
        </p:nvSpPr>
        <p:spPr>
          <a:xfrm flipH="1">
            <a:off x="-868" y="0"/>
            <a:ext cx="12192867" cy="1012682"/>
          </a:xfrm>
          <a:prstGeom prst="round1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5059"/>
            <a:endParaRPr lang="en-US" sz="1782" noProof="0">
              <a:solidFill>
                <a:srgbClr val="FEFFFF"/>
              </a:solidFill>
              <a:latin typeface="Franklin Gothic Book" panose="020B0503020102020204"/>
            </a:endParaRPr>
          </a:p>
        </p:txBody>
      </p:sp>
      <p:grpSp>
        <p:nvGrpSpPr>
          <p:cNvPr id="27" name="Graphic 18">
            <a:extLst>
              <a:ext uri="{FF2B5EF4-FFF2-40B4-BE49-F238E27FC236}">
                <a16:creationId xmlns:a16="http://schemas.microsoft.com/office/drawing/2014/main" id="{1B921BF9-6B7E-EC44-9BB6-35CD56012A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31138" y="269694"/>
            <a:ext cx="990863" cy="507562"/>
            <a:chOff x="3450865" y="2069096"/>
            <a:chExt cx="5293045" cy="2711319"/>
          </a:xfrm>
          <a:solidFill>
            <a:schemeClr val="bg1"/>
          </a:solidFill>
        </p:grpSpPr>
        <p:grpSp>
          <p:nvGrpSpPr>
            <p:cNvPr id="28" name="Graphic 18">
              <a:extLst>
                <a:ext uri="{FF2B5EF4-FFF2-40B4-BE49-F238E27FC236}">
                  <a16:creationId xmlns:a16="http://schemas.microsoft.com/office/drawing/2014/main" id="{103CB490-120D-0F41-AFCE-92E7043571CD}"/>
                </a:ext>
              </a:extLst>
            </p:cNvPr>
            <p:cNvGrpSpPr/>
            <p:nvPr/>
          </p:nvGrpSpPr>
          <p:grpSpPr>
            <a:xfrm>
              <a:off x="8407050" y="3697100"/>
              <a:ext cx="336860" cy="336861"/>
              <a:chOff x="8407050" y="3697100"/>
              <a:chExt cx="336860" cy="336861"/>
            </a:xfrm>
            <a:grpFill/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FFF9F53-A443-8E40-90B8-563D0A64738F}"/>
                  </a:ext>
                </a:extLst>
              </p:cNvPr>
              <p:cNvSpPr/>
              <p:nvPr/>
            </p:nvSpPr>
            <p:spPr>
              <a:xfrm>
                <a:off x="8407050" y="3697100"/>
                <a:ext cx="336860" cy="336861"/>
              </a:xfrm>
              <a:custGeom>
                <a:avLst/>
                <a:gdLst>
                  <a:gd name="connsiteX0" fmla="*/ 168507 w 336860"/>
                  <a:gd name="connsiteY0" fmla="*/ 0 h 336861"/>
                  <a:gd name="connsiteX1" fmla="*/ 0 w 336860"/>
                  <a:gd name="connsiteY1" fmla="*/ 168345 h 336861"/>
                  <a:gd name="connsiteX2" fmla="*/ 168507 w 336860"/>
                  <a:gd name="connsiteY2" fmla="*/ 336861 h 336861"/>
                  <a:gd name="connsiteX3" fmla="*/ 336861 w 336860"/>
                  <a:gd name="connsiteY3" fmla="*/ 168345 h 336861"/>
                  <a:gd name="connsiteX4" fmla="*/ 168507 w 336860"/>
                  <a:gd name="connsiteY4" fmla="*/ 0 h 336861"/>
                  <a:gd name="connsiteX5" fmla="*/ 168507 w 336860"/>
                  <a:gd name="connsiteY5" fmla="*/ 305819 h 336861"/>
                  <a:gd name="connsiteX6" fmla="*/ 31013 w 336860"/>
                  <a:gd name="connsiteY6" fmla="*/ 168345 h 336861"/>
                  <a:gd name="connsiteX7" fmla="*/ 168507 w 336860"/>
                  <a:gd name="connsiteY7" fmla="*/ 30909 h 336861"/>
                  <a:gd name="connsiteX8" fmla="*/ 305934 w 336860"/>
                  <a:gd name="connsiteY8" fmla="*/ 168345 h 336861"/>
                  <a:gd name="connsiteX9" fmla="*/ 168507 w 336860"/>
                  <a:gd name="connsiteY9" fmla="*/ 305819 h 336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6860" h="336861">
                    <a:moveTo>
                      <a:pt x="168507" y="0"/>
                    </a:moveTo>
                    <a:cubicBezTo>
                      <a:pt x="75352" y="0"/>
                      <a:pt x="0" y="75333"/>
                      <a:pt x="0" y="168345"/>
                    </a:cubicBezTo>
                    <a:cubicBezTo>
                      <a:pt x="0" y="261499"/>
                      <a:pt x="75352" y="336861"/>
                      <a:pt x="168507" y="336861"/>
                    </a:cubicBezTo>
                    <a:cubicBezTo>
                      <a:pt x="261538" y="336861"/>
                      <a:pt x="336861" y="261499"/>
                      <a:pt x="336861" y="168345"/>
                    </a:cubicBezTo>
                    <a:cubicBezTo>
                      <a:pt x="336861" y="75343"/>
                      <a:pt x="261538" y="0"/>
                      <a:pt x="168507" y="0"/>
                    </a:cubicBezTo>
                    <a:close/>
                    <a:moveTo>
                      <a:pt x="168507" y="305819"/>
                    </a:moveTo>
                    <a:cubicBezTo>
                      <a:pt x="92602" y="305819"/>
                      <a:pt x="31013" y="244250"/>
                      <a:pt x="31013" y="168345"/>
                    </a:cubicBezTo>
                    <a:cubicBezTo>
                      <a:pt x="31013" y="92516"/>
                      <a:pt x="92602" y="30909"/>
                      <a:pt x="168507" y="30909"/>
                    </a:cubicBezTo>
                    <a:cubicBezTo>
                      <a:pt x="244478" y="30909"/>
                      <a:pt x="305934" y="92516"/>
                      <a:pt x="305934" y="168345"/>
                    </a:cubicBezTo>
                    <a:cubicBezTo>
                      <a:pt x="305934" y="244250"/>
                      <a:pt x="244478" y="305819"/>
                      <a:pt x="168507" y="30581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3050B9E2-FF67-784D-B408-E45C8DCC775A}"/>
                  </a:ext>
                </a:extLst>
              </p:cNvPr>
              <p:cNvSpPr/>
              <p:nvPr/>
            </p:nvSpPr>
            <p:spPr>
              <a:xfrm>
                <a:off x="8516445" y="3789102"/>
                <a:ext cx="133759" cy="149656"/>
              </a:xfrm>
              <a:custGeom>
                <a:avLst/>
                <a:gdLst>
                  <a:gd name="connsiteX0" fmla="*/ 30156 w 133759"/>
                  <a:gd name="connsiteY0" fmla="*/ 63484 h 149656"/>
                  <a:gd name="connsiteX1" fmla="*/ 52464 w 133759"/>
                  <a:gd name="connsiteY1" fmla="*/ 63484 h 149656"/>
                  <a:gd name="connsiteX2" fmla="*/ 79372 w 133759"/>
                  <a:gd name="connsiteY2" fmla="*/ 61503 h 149656"/>
                  <a:gd name="connsiteX3" fmla="*/ 87668 w 133759"/>
                  <a:gd name="connsiteY3" fmla="*/ 55340 h 149656"/>
                  <a:gd name="connsiteX4" fmla="*/ 90916 w 133759"/>
                  <a:gd name="connsiteY4" fmla="*/ 43901 h 149656"/>
                  <a:gd name="connsiteX5" fmla="*/ 86896 w 133759"/>
                  <a:gd name="connsiteY5" fmla="*/ 31918 h 149656"/>
                  <a:gd name="connsiteX6" fmla="*/ 75476 w 133759"/>
                  <a:gd name="connsiteY6" fmla="*/ 25746 h 149656"/>
                  <a:gd name="connsiteX7" fmla="*/ 53521 w 133759"/>
                  <a:gd name="connsiteY7" fmla="*/ 25365 h 149656"/>
                  <a:gd name="connsiteX8" fmla="*/ 30156 w 133759"/>
                  <a:gd name="connsiteY8" fmla="*/ 25365 h 149656"/>
                  <a:gd name="connsiteX9" fmla="*/ 30156 w 133759"/>
                  <a:gd name="connsiteY9" fmla="*/ 63484 h 149656"/>
                  <a:gd name="connsiteX10" fmla="*/ 30156 w 133759"/>
                  <a:gd name="connsiteY10" fmla="*/ 63484 h 149656"/>
                  <a:gd name="connsiteX11" fmla="*/ 0 w 133759"/>
                  <a:gd name="connsiteY11" fmla="*/ 149657 h 149656"/>
                  <a:gd name="connsiteX12" fmla="*/ 0 w 133759"/>
                  <a:gd name="connsiteY12" fmla="*/ 0 h 149656"/>
                  <a:gd name="connsiteX13" fmla="*/ 63465 w 133759"/>
                  <a:gd name="connsiteY13" fmla="*/ 0 h 149656"/>
                  <a:gd name="connsiteX14" fmla="*/ 97927 w 133759"/>
                  <a:gd name="connsiteY14" fmla="*/ 4172 h 149656"/>
                  <a:gd name="connsiteX15" fmla="*/ 115129 w 133759"/>
                  <a:gd name="connsiteY15" fmla="*/ 18488 h 149656"/>
                  <a:gd name="connsiteX16" fmla="*/ 121711 w 133759"/>
                  <a:gd name="connsiteY16" fmla="*/ 42034 h 149656"/>
                  <a:gd name="connsiteX17" fmla="*/ 111976 w 133759"/>
                  <a:gd name="connsiteY17" fmla="*/ 69866 h 149656"/>
                  <a:gd name="connsiteX18" fmla="*/ 82753 w 133759"/>
                  <a:gd name="connsiteY18" fmla="*/ 83658 h 149656"/>
                  <a:gd name="connsiteX19" fmla="*/ 98708 w 133759"/>
                  <a:gd name="connsiteY19" fmla="*/ 96203 h 149656"/>
                  <a:gd name="connsiteX20" fmla="*/ 115567 w 133759"/>
                  <a:gd name="connsiteY20" fmla="*/ 120472 h 149656"/>
                  <a:gd name="connsiteX21" fmla="*/ 133760 w 133759"/>
                  <a:gd name="connsiteY21" fmla="*/ 149647 h 149656"/>
                  <a:gd name="connsiteX22" fmla="*/ 97841 w 133759"/>
                  <a:gd name="connsiteY22" fmla="*/ 149647 h 149656"/>
                  <a:gd name="connsiteX23" fmla="*/ 76210 w 133759"/>
                  <a:gd name="connsiteY23" fmla="*/ 117024 h 149656"/>
                  <a:gd name="connsiteX24" fmla="*/ 60417 w 133759"/>
                  <a:gd name="connsiteY24" fmla="*/ 95088 h 149656"/>
                  <a:gd name="connsiteX25" fmla="*/ 51254 w 133759"/>
                  <a:gd name="connsiteY25" fmla="*/ 88878 h 149656"/>
                  <a:gd name="connsiteX26" fmla="*/ 36071 w 133759"/>
                  <a:gd name="connsiteY26" fmla="*/ 87401 h 149656"/>
                  <a:gd name="connsiteX27" fmla="*/ 30156 w 133759"/>
                  <a:gd name="connsiteY27" fmla="*/ 87401 h 149656"/>
                  <a:gd name="connsiteX28" fmla="*/ 30156 w 133759"/>
                  <a:gd name="connsiteY28" fmla="*/ 149647 h 149656"/>
                  <a:gd name="connsiteX29" fmla="*/ 0 w 133759"/>
                  <a:gd name="connsiteY29" fmla="*/ 149647 h 149656"/>
                  <a:gd name="connsiteX30" fmla="*/ 0 w 133759"/>
                  <a:gd name="connsiteY30" fmla="*/ 149657 h 149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3759" h="149656">
                    <a:moveTo>
                      <a:pt x="30156" y="63484"/>
                    </a:moveTo>
                    <a:lnTo>
                      <a:pt x="52464" y="63484"/>
                    </a:lnTo>
                    <a:cubicBezTo>
                      <a:pt x="66732" y="63484"/>
                      <a:pt x="75638" y="62627"/>
                      <a:pt x="79372" y="61503"/>
                    </a:cubicBezTo>
                    <a:cubicBezTo>
                      <a:pt x="82925" y="60388"/>
                      <a:pt x="85554" y="58321"/>
                      <a:pt x="87668" y="55340"/>
                    </a:cubicBezTo>
                    <a:cubicBezTo>
                      <a:pt x="89878" y="52130"/>
                      <a:pt x="90916" y="48578"/>
                      <a:pt x="90916" y="43901"/>
                    </a:cubicBezTo>
                    <a:cubicBezTo>
                      <a:pt x="90916" y="38929"/>
                      <a:pt x="89488" y="34709"/>
                      <a:pt x="86896" y="31918"/>
                    </a:cubicBezTo>
                    <a:cubicBezTo>
                      <a:pt x="83954" y="28603"/>
                      <a:pt x="80315" y="26841"/>
                      <a:pt x="75476" y="25746"/>
                    </a:cubicBezTo>
                    <a:cubicBezTo>
                      <a:pt x="73095" y="25556"/>
                      <a:pt x="65827" y="25365"/>
                      <a:pt x="53521" y="25365"/>
                    </a:cubicBezTo>
                    <a:lnTo>
                      <a:pt x="30156" y="25365"/>
                    </a:lnTo>
                    <a:lnTo>
                      <a:pt x="30156" y="63484"/>
                    </a:lnTo>
                    <a:lnTo>
                      <a:pt x="30156" y="63484"/>
                    </a:lnTo>
                    <a:close/>
                    <a:moveTo>
                      <a:pt x="0" y="149657"/>
                    </a:moveTo>
                    <a:lnTo>
                      <a:pt x="0" y="0"/>
                    </a:lnTo>
                    <a:lnTo>
                      <a:pt x="63465" y="0"/>
                    </a:lnTo>
                    <a:cubicBezTo>
                      <a:pt x="79039" y="0"/>
                      <a:pt x="90640" y="1324"/>
                      <a:pt x="97927" y="4172"/>
                    </a:cubicBezTo>
                    <a:cubicBezTo>
                      <a:pt x="105261" y="6839"/>
                      <a:pt x="111043" y="11744"/>
                      <a:pt x="115129" y="18488"/>
                    </a:cubicBezTo>
                    <a:cubicBezTo>
                      <a:pt x="119701" y="25355"/>
                      <a:pt x="121711" y="33214"/>
                      <a:pt x="121711" y="42034"/>
                    </a:cubicBezTo>
                    <a:cubicBezTo>
                      <a:pt x="121711" y="53283"/>
                      <a:pt x="118396" y="62446"/>
                      <a:pt x="111976" y="69866"/>
                    </a:cubicBezTo>
                    <a:cubicBezTo>
                      <a:pt x="105451" y="77286"/>
                      <a:pt x="95698" y="81848"/>
                      <a:pt x="82753" y="83658"/>
                    </a:cubicBezTo>
                    <a:cubicBezTo>
                      <a:pt x="88935" y="87411"/>
                      <a:pt x="94459" y="91678"/>
                      <a:pt x="98708" y="96203"/>
                    </a:cubicBezTo>
                    <a:cubicBezTo>
                      <a:pt x="102822" y="100879"/>
                      <a:pt x="108338" y="108766"/>
                      <a:pt x="115567" y="120472"/>
                    </a:cubicBezTo>
                    <a:lnTo>
                      <a:pt x="133760" y="149647"/>
                    </a:lnTo>
                    <a:lnTo>
                      <a:pt x="97841" y="149647"/>
                    </a:lnTo>
                    <a:lnTo>
                      <a:pt x="76210" y="117024"/>
                    </a:lnTo>
                    <a:cubicBezTo>
                      <a:pt x="68704" y="105585"/>
                      <a:pt x="63465" y="98260"/>
                      <a:pt x="60417" y="95088"/>
                    </a:cubicBezTo>
                    <a:cubicBezTo>
                      <a:pt x="57636" y="91992"/>
                      <a:pt x="54436" y="90002"/>
                      <a:pt x="51254" y="88878"/>
                    </a:cubicBezTo>
                    <a:cubicBezTo>
                      <a:pt x="48263" y="87944"/>
                      <a:pt x="43206" y="87401"/>
                      <a:pt x="36071" y="87401"/>
                    </a:cubicBezTo>
                    <a:lnTo>
                      <a:pt x="30156" y="87401"/>
                    </a:lnTo>
                    <a:lnTo>
                      <a:pt x="30156" y="149647"/>
                    </a:lnTo>
                    <a:lnTo>
                      <a:pt x="0" y="149647"/>
                    </a:lnTo>
                    <a:lnTo>
                      <a:pt x="0" y="1496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</p:grpSp>
        <p:grpSp>
          <p:nvGrpSpPr>
            <p:cNvPr id="29" name="Graphic 18">
              <a:extLst>
                <a:ext uri="{FF2B5EF4-FFF2-40B4-BE49-F238E27FC236}">
                  <a16:creationId xmlns:a16="http://schemas.microsoft.com/office/drawing/2014/main" id="{16DC62F2-9193-174D-A1A7-E8982EB0E151}"/>
                </a:ext>
              </a:extLst>
            </p:cNvPr>
            <p:cNvGrpSpPr/>
            <p:nvPr/>
          </p:nvGrpSpPr>
          <p:grpSpPr>
            <a:xfrm>
              <a:off x="6830834" y="2079517"/>
              <a:ext cx="434958" cy="1577701"/>
              <a:chOff x="6830834" y="2079517"/>
              <a:chExt cx="434958" cy="1577701"/>
            </a:xfrm>
            <a:grpFill/>
          </p:grpSpPr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CEF62C88-828F-0849-89AB-1BCD7FDB6590}"/>
                  </a:ext>
                </a:extLst>
              </p:cNvPr>
              <p:cNvSpPr/>
              <p:nvPr/>
            </p:nvSpPr>
            <p:spPr>
              <a:xfrm>
                <a:off x="6976252" y="2079517"/>
                <a:ext cx="141293" cy="142074"/>
              </a:xfrm>
              <a:custGeom>
                <a:avLst/>
                <a:gdLst>
                  <a:gd name="connsiteX0" fmla="*/ 70685 w 141293"/>
                  <a:gd name="connsiteY0" fmla="*/ 0 h 142074"/>
                  <a:gd name="connsiteX1" fmla="*/ 141294 w 141293"/>
                  <a:gd name="connsiteY1" fmla="*/ 71037 h 142074"/>
                  <a:gd name="connsiteX2" fmla="*/ 70685 w 141293"/>
                  <a:gd name="connsiteY2" fmla="*/ 142075 h 142074"/>
                  <a:gd name="connsiteX3" fmla="*/ 0 w 141293"/>
                  <a:gd name="connsiteY3" fmla="*/ 71037 h 142074"/>
                  <a:gd name="connsiteX4" fmla="*/ 70685 w 141293"/>
                  <a:gd name="connsiteY4" fmla="*/ 0 h 142074"/>
                  <a:gd name="connsiteX5" fmla="*/ 70685 w 141293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293" h="142074">
                    <a:moveTo>
                      <a:pt x="70685" y="0"/>
                    </a:moveTo>
                    <a:cubicBezTo>
                      <a:pt x="109566" y="0"/>
                      <a:pt x="141294" y="31737"/>
                      <a:pt x="141294" y="71037"/>
                    </a:cubicBezTo>
                    <a:cubicBezTo>
                      <a:pt x="141294" y="110338"/>
                      <a:pt x="109566" y="142075"/>
                      <a:pt x="70685" y="142075"/>
                    </a:cubicBezTo>
                    <a:cubicBezTo>
                      <a:pt x="31566" y="142075"/>
                      <a:pt x="0" y="110338"/>
                      <a:pt x="0" y="71037"/>
                    </a:cubicBezTo>
                    <a:cubicBezTo>
                      <a:pt x="0" y="31737"/>
                      <a:pt x="31566" y="0"/>
                      <a:pt x="70685" y="0"/>
                    </a:cubicBezTo>
                    <a:lnTo>
                      <a:pt x="7068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8762AB4C-E85F-5E42-A79C-1B55DCC25D3D}"/>
                  </a:ext>
                </a:extLst>
              </p:cNvPr>
              <p:cNvSpPr/>
              <p:nvPr/>
            </p:nvSpPr>
            <p:spPr>
              <a:xfrm>
                <a:off x="6963708" y="3515153"/>
                <a:ext cx="141236" cy="142065"/>
              </a:xfrm>
              <a:custGeom>
                <a:avLst/>
                <a:gdLst>
                  <a:gd name="connsiteX0" fmla="*/ 70618 w 141236"/>
                  <a:gd name="connsiteY0" fmla="*/ 0 h 142065"/>
                  <a:gd name="connsiteX1" fmla="*/ 141237 w 141236"/>
                  <a:gd name="connsiteY1" fmla="*/ 71018 h 142065"/>
                  <a:gd name="connsiteX2" fmla="*/ 70618 w 141236"/>
                  <a:gd name="connsiteY2" fmla="*/ 142065 h 142065"/>
                  <a:gd name="connsiteX3" fmla="*/ 0 w 141236"/>
                  <a:gd name="connsiteY3" fmla="*/ 71018 h 142065"/>
                  <a:gd name="connsiteX4" fmla="*/ 70618 w 141236"/>
                  <a:gd name="connsiteY4" fmla="*/ 0 h 142065"/>
                  <a:gd name="connsiteX5" fmla="*/ 70618 w 141236"/>
                  <a:gd name="connsiteY5" fmla="*/ 0 h 14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236" h="142065">
                    <a:moveTo>
                      <a:pt x="70618" y="0"/>
                    </a:moveTo>
                    <a:cubicBezTo>
                      <a:pt x="109737" y="0"/>
                      <a:pt x="141237" y="31756"/>
                      <a:pt x="141237" y="71018"/>
                    </a:cubicBezTo>
                    <a:cubicBezTo>
                      <a:pt x="141237" y="110366"/>
                      <a:pt x="109737" y="142065"/>
                      <a:pt x="70618" y="142065"/>
                    </a:cubicBezTo>
                    <a:cubicBezTo>
                      <a:pt x="31737" y="142065"/>
                      <a:pt x="0" y="110366"/>
                      <a:pt x="0" y="71018"/>
                    </a:cubicBezTo>
                    <a:cubicBezTo>
                      <a:pt x="0" y="31756"/>
                      <a:pt x="31737" y="0"/>
                      <a:pt x="70618" y="0"/>
                    </a:cubicBezTo>
                    <a:lnTo>
                      <a:pt x="7061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352233FE-5DE2-3F46-A22E-5347BD81E7B6}"/>
                  </a:ext>
                </a:extLst>
              </p:cNvPr>
              <p:cNvSpPr/>
              <p:nvPr/>
            </p:nvSpPr>
            <p:spPr>
              <a:xfrm>
                <a:off x="7124500" y="3157032"/>
                <a:ext cx="141293" cy="142065"/>
              </a:xfrm>
              <a:custGeom>
                <a:avLst/>
                <a:gdLst>
                  <a:gd name="connsiteX0" fmla="*/ 70647 w 141293"/>
                  <a:gd name="connsiteY0" fmla="*/ 0 h 142065"/>
                  <a:gd name="connsiteX1" fmla="*/ 141294 w 141293"/>
                  <a:gd name="connsiteY1" fmla="*/ 70999 h 142065"/>
                  <a:gd name="connsiteX2" fmla="*/ 70647 w 141293"/>
                  <a:gd name="connsiteY2" fmla="*/ 142065 h 142065"/>
                  <a:gd name="connsiteX3" fmla="*/ 0 w 141293"/>
                  <a:gd name="connsiteY3" fmla="*/ 70999 h 142065"/>
                  <a:gd name="connsiteX4" fmla="*/ 70647 w 141293"/>
                  <a:gd name="connsiteY4" fmla="*/ 0 h 142065"/>
                  <a:gd name="connsiteX5" fmla="*/ 70647 w 141293"/>
                  <a:gd name="connsiteY5" fmla="*/ 0 h 14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293" h="142065">
                    <a:moveTo>
                      <a:pt x="70647" y="0"/>
                    </a:moveTo>
                    <a:cubicBezTo>
                      <a:pt x="109766" y="0"/>
                      <a:pt x="141294" y="31861"/>
                      <a:pt x="141294" y="70999"/>
                    </a:cubicBezTo>
                    <a:cubicBezTo>
                      <a:pt x="141294" y="110300"/>
                      <a:pt x="109766" y="142065"/>
                      <a:pt x="70647" y="142065"/>
                    </a:cubicBezTo>
                    <a:cubicBezTo>
                      <a:pt x="31766" y="142065"/>
                      <a:pt x="0" y="110300"/>
                      <a:pt x="0" y="70999"/>
                    </a:cubicBezTo>
                    <a:cubicBezTo>
                      <a:pt x="0" y="31861"/>
                      <a:pt x="31766" y="0"/>
                      <a:pt x="70647" y="0"/>
                    </a:cubicBezTo>
                    <a:lnTo>
                      <a:pt x="7064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47C8D956-9DF5-934E-B10C-E9615FAE3418}"/>
                  </a:ext>
                </a:extLst>
              </p:cNvPr>
              <p:cNvSpPr/>
              <p:nvPr/>
            </p:nvSpPr>
            <p:spPr>
              <a:xfrm>
                <a:off x="7075455" y="3336188"/>
                <a:ext cx="141198" cy="142074"/>
              </a:xfrm>
              <a:custGeom>
                <a:avLst/>
                <a:gdLst>
                  <a:gd name="connsiteX0" fmla="*/ 70647 w 141198"/>
                  <a:gd name="connsiteY0" fmla="*/ 0 h 142074"/>
                  <a:gd name="connsiteX1" fmla="*/ 141199 w 141198"/>
                  <a:gd name="connsiteY1" fmla="*/ 71037 h 142074"/>
                  <a:gd name="connsiteX2" fmla="*/ 70647 w 141198"/>
                  <a:gd name="connsiteY2" fmla="*/ 142075 h 142074"/>
                  <a:gd name="connsiteX3" fmla="*/ 0 w 141198"/>
                  <a:gd name="connsiteY3" fmla="*/ 71037 h 142074"/>
                  <a:gd name="connsiteX4" fmla="*/ 70647 w 141198"/>
                  <a:gd name="connsiteY4" fmla="*/ 0 h 142074"/>
                  <a:gd name="connsiteX5" fmla="*/ 70647 w 141198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198" h="142074">
                    <a:moveTo>
                      <a:pt x="70647" y="0"/>
                    </a:moveTo>
                    <a:cubicBezTo>
                      <a:pt x="109528" y="0"/>
                      <a:pt x="141199" y="31709"/>
                      <a:pt x="141199" y="71037"/>
                    </a:cubicBezTo>
                    <a:cubicBezTo>
                      <a:pt x="141199" y="110157"/>
                      <a:pt x="109528" y="142075"/>
                      <a:pt x="70647" y="142075"/>
                    </a:cubicBezTo>
                    <a:cubicBezTo>
                      <a:pt x="31699" y="142075"/>
                      <a:pt x="0" y="110157"/>
                      <a:pt x="0" y="71037"/>
                    </a:cubicBezTo>
                    <a:cubicBezTo>
                      <a:pt x="0" y="31699"/>
                      <a:pt x="31699" y="0"/>
                      <a:pt x="70647" y="0"/>
                    </a:cubicBezTo>
                    <a:lnTo>
                      <a:pt x="7064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25507417-FD59-9540-BFE6-92254E0C0D16}"/>
                  </a:ext>
                </a:extLst>
              </p:cNvPr>
              <p:cNvSpPr/>
              <p:nvPr/>
            </p:nvSpPr>
            <p:spPr>
              <a:xfrm>
                <a:off x="6984711" y="2797835"/>
                <a:ext cx="141198" cy="142065"/>
              </a:xfrm>
              <a:custGeom>
                <a:avLst/>
                <a:gdLst>
                  <a:gd name="connsiteX0" fmla="*/ 70580 w 141198"/>
                  <a:gd name="connsiteY0" fmla="*/ 0 h 142065"/>
                  <a:gd name="connsiteX1" fmla="*/ 141199 w 141198"/>
                  <a:gd name="connsiteY1" fmla="*/ 71018 h 142065"/>
                  <a:gd name="connsiteX2" fmla="*/ 70580 w 141198"/>
                  <a:gd name="connsiteY2" fmla="*/ 142065 h 142065"/>
                  <a:gd name="connsiteX3" fmla="*/ 0 w 141198"/>
                  <a:gd name="connsiteY3" fmla="*/ 71018 h 142065"/>
                  <a:gd name="connsiteX4" fmla="*/ 70580 w 141198"/>
                  <a:gd name="connsiteY4" fmla="*/ 0 h 142065"/>
                  <a:gd name="connsiteX5" fmla="*/ 70580 w 141198"/>
                  <a:gd name="connsiteY5" fmla="*/ 0 h 14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198" h="142065">
                    <a:moveTo>
                      <a:pt x="70580" y="0"/>
                    </a:moveTo>
                    <a:cubicBezTo>
                      <a:pt x="109699" y="0"/>
                      <a:pt x="141199" y="31747"/>
                      <a:pt x="141199" y="71018"/>
                    </a:cubicBezTo>
                    <a:cubicBezTo>
                      <a:pt x="141199" y="110395"/>
                      <a:pt x="109699" y="142065"/>
                      <a:pt x="70580" y="142065"/>
                    </a:cubicBezTo>
                    <a:cubicBezTo>
                      <a:pt x="31699" y="142065"/>
                      <a:pt x="0" y="110385"/>
                      <a:pt x="0" y="71018"/>
                    </a:cubicBezTo>
                    <a:cubicBezTo>
                      <a:pt x="0" y="31747"/>
                      <a:pt x="31699" y="0"/>
                      <a:pt x="70580" y="0"/>
                    </a:cubicBezTo>
                    <a:lnTo>
                      <a:pt x="705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C3227750-B51B-184F-85F1-D2AE7ED16E5F}"/>
                  </a:ext>
                </a:extLst>
              </p:cNvPr>
              <p:cNvSpPr/>
              <p:nvPr/>
            </p:nvSpPr>
            <p:spPr>
              <a:xfrm>
                <a:off x="7092438" y="2976829"/>
                <a:ext cx="141188" cy="142074"/>
              </a:xfrm>
              <a:custGeom>
                <a:avLst/>
                <a:gdLst>
                  <a:gd name="connsiteX0" fmla="*/ 70580 w 141188"/>
                  <a:gd name="connsiteY0" fmla="*/ 0 h 142074"/>
                  <a:gd name="connsiteX1" fmla="*/ 141189 w 141188"/>
                  <a:gd name="connsiteY1" fmla="*/ 71037 h 142074"/>
                  <a:gd name="connsiteX2" fmla="*/ 70580 w 141188"/>
                  <a:gd name="connsiteY2" fmla="*/ 142075 h 142074"/>
                  <a:gd name="connsiteX3" fmla="*/ 0 w 141188"/>
                  <a:gd name="connsiteY3" fmla="*/ 71037 h 142074"/>
                  <a:gd name="connsiteX4" fmla="*/ 70580 w 141188"/>
                  <a:gd name="connsiteY4" fmla="*/ 0 h 142074"/>
                  <a:gd name="connsiteX5" fmla="*/ 70580 w 141188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188" h="142074">
                    <a:moveTo>
                      <a:pt x="70580" y="0"/>
                    </a:moveTo>
                    <a:cubicBezTo>
                      <a:pt x="109699" y="0"/>
                      <a:pt x="141189" y="31918"/>
                      <a:pt x="141189" y="71037"/>
                    </a:cubicBezTo>
                    <a:cubicBezTo>
                      <a:pt x="141189" y="110328"/>
                      <a:pt x="109699" y="142075"/>
                      <a:pt x="70580" y="142075"/>
                    </a:cubicBezTo>
                    <a:cubicBezTo>
                      <a:pt x="31699" y="142075"/>
                      <a:pt x="0" y="110328"/>
                      <a:pt x="0" y="71037"/>
                    </a:cubicBezTo>
                    <a:cubicBezTo>
                      <a:pt x="0" y="31918"/>
                      <a:pt x="31699" y="0"/>
                      <a:pt x="70580" y="0"/>
                    </a:cubicBezTo>
                    <a:lnTo>
                      <a:pt x="705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BDA16A85-E36B-A942-99DF-22CB37C86B1C}"/>
                  </a:ext>
                </a:extLst>
              </p:cNvPr>
              <p:cNvSpPr/>
              <p:nvPr/>
            </p:nvSpPr>
            <p:spPr>
              <a:xfrm>
                <a:off x="6830834" y="2438695"/>
                <a:ext cx="141065" cy="142074"/>
              </a:xfrm>
              <a:custGeom>
                <a:avLst/>
                <a:gdLst>
                  <a:gd name="connsiteX0" fmla="*/ 70618 w 141065"/>
                  <a:gd name="connsiteY0" fmla="*/ 0 h 142074"/>
                  <a:gd name="connsiteX1" fmla="*/ 141065 w 141065"/>
                  <a:gd name="connsiteY1" fmla="*/ 71018 h 142074"/>
                  <a:gd name="connsiteX2" fmla="*/ 70618 w 141065"/>
                  <a:gd name="connsiteY2" fmla="*/ 142075 h 142074"/>
                  <a:gd name="connsiteX3" fmla="*/ 0 w 141065"/>
                  <a:gd name="connsiteY3" fmla="*/ 71018 h 142074"/>
                  <a:gd name="connsiteX4" fmla="*/ 70618 w 141065"/>
                  <a:gd name="connsiteY4" fmla="*/ 0 h 142074"/>
                  <a:gd name="connsiteX5" fmla="*/ 70618 w 141065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065" h="142074">
                    <a:moveTo>
                      <a:pt x="70618" y="0"/>
                    </a:moveTo>
                    <a:cubicBezTo>
                      <a:pt x="109518" y="0"/>
                      <a:pt x="141065" y="31737"/>
                      <a:pt x="141065" y="71018"/>
                    </a:cubicBezTo>
                    <a:cubicBezTo>
                      <a:pt x="141065" y="110347"/>
                      <a:pt x="109518" y="142075"/>
                      <a:pt x="70618" y="142075"/>
                    </a:cubicBezTo>
                    <a:cubicBezTo>
                      <a:pt x="31518" y="142075"/>
                      <a:pt x="0" y="110347"/>
                      <a:pt x="0" y="71018"/>
                    </a:cubicBezTo>
                    <a:cubicBezTo>
                      <a:pt x="-10" y="31728"/>
                      <a:pt x="31509" y="0"/>
                      <a:pt x="70618" y="0"/>
                    </a:cubicBezTo>
                    <a:lnTo>
                      <a:pt x="7061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EFFA2CB1-5357-E34A-BC9D-6A82710C28E4}"/>
                  </a:ext>
                </a:extLst>
              </p:cNvPr>
              <p:cNvSpPr/>
              <p:nvPr/>
            </p:nvSpPr>
            <p:spPr>
              <a:xfrm>
                <a:off x="6875707" y="2258910"/>
                <a:ext cx="141255" cy="142065"/>
              </a:xfrm>
              <a:custGeom>
                <a:avLst/>
                <a:gdLst>
                  <a:gd name="connsiteX0" fmla="*/ 70609 w 141255"/>
                  <a:gd name="connsiteY0" fmla="*/ 0 h 142065"/>
                  <a:gd name="connsiteX1" fmla="*/ 141256 w 141255"/>
                  <a:gd name="connsiteY1" fmla="*/ 71047 h 142065"/>
                  <a:gd name="connsiteX2" fmla="*/ 70609 w 141255"/>
                  <a:gd name="connsiteY2" fmla="*/ 142065 h 142065"/>
                  <a:gd name="connsiteX3" fmla="*/ 0 w 141255"/>
                  <a:gd name="connsiteY3" fmla="*/ 71047 h 142065"/>
                  <a:gd name="connsiteX4" fmla="*/ 70609 w 141255"/>
                  <a:gd name="connsiteY4" fmla="*/ 0 h 142065"/>
                  <a:gd name="connsiteX5" fmla="*/ 70609 w 141255"/>
                  <a:gd name="connsiteY5" fmla="*/ 0 h 14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255" h="142065">
                    <a:moveTo>
                      <a:pt x="70609" y="0"/>
                    </a:moveTo>
                    <a:cubicBezTo>
                      <a:pt x="109766" y="0"/>
                      <a:pt x="141256" y="31737"/>
                      <a:pt x="141256" y="71047"/>
                    </a:cubicBezTo>
                    <a:cubicBezTo>
                      <a:pt x="141256" y="110328"/>
                      <a:pt x="109766" y="142065"/>
                      <a:pt x="70609" y="142065"/>
                    </a:cubicBezTo>
                    <a:cubicBezTo>
                      <a:pt x="31728" y="142065"/>
                      <a:pt x="0" y="110328"/>
                      <a:pt x="0" y="71047"/>
                    </a:cubicBezTo>
                    <a:cubicBezTo>
                      <a:pt x="0" y="31728"/>
                      <a:pt x="31728" y="0"/>
                      <a:pt x="70609" y="0"/>
                    </a:cubicBezTo>
                    <a:lnTo>
                      <a:pt x="7060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F3F71940-9326-EE4A-B7B6-1061F4F43716}"/>
                  </a:ext>
                </a:extLst>
              </p:cNvPr>
              <p:cNvSpPr/>
              <p:nvPr/>
            </p:nvSpPr>
            <p:spPr>
              <a:xfrm>
                <a:off x="6857552" y="2618841"/>
                <a:ext cx="141103" cy="142074"/>
              </a:xfrm>
              <a:custGeom>
                <a:avLst/>
                <a:gdLst>
                  <a:gd name="connsiteX0" fmla="*/ 70428 w 141103"/>
                  <a:gd name="connsiteY0" fmla="*/ 0 h 142074"/>
                  <a:gd name="connsiteX1" fmla="*/ 141103 w 141103"/>
                  <a:gd name="connsiteY1" fmla="*/ 71047 h 142074"/>
                  <a:gd name="connsiteX2" fmla="*/ 70428 w 141103"/>
                  <a:gd name="connsiteY2" fmla="*/ 142075 h 142074"/>
                  <a:gd name="connsiteX3" fmla="*/ 0 w 141103"/>
                  <a:gd name="connsiteY3" fmla="*/ 71047 h 142074"/>
                  <a:gd name="connsiteX4" fmla="*/ 70428 w 141103"/>
                  <a:gd name="connsiteY4" fmla="*/ 0 h 142074"/>
                  <a:gd name="connsiteX5" fmla="*/ 70428 w 141103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103" h="142074">
                    <a:moveTo>
                      <a:pt x="70428" y="0"/>
                    </a:moveTo>
                    <a:cubicBezTo>
                      <a:pt x="109528" y="0"/>
                      <a:pt x="141103" y="31737"/>
                      <a:pt x="141103" y="71047"/>
                    </a:cubicBezTo>
                    <a:cubicBezTo>
                      <a:pt x="141103" y="110166"/>
                      <a:pt x="109538" y="142075"/>
                      <a:pt x="70428" y="142075"/>
                    </a:cubicBezTo>
                    <a:cubicBezTo>
                      <a:pt x="31528" y="142075"/>
                      <a:pt x="0" y="110166"/>
                      <a:pt x="0" y="71047"/>
                    </a:cubicBezTo>
                    <a:cubicBezTo>
                      <a:pt x="0" y="31737"/>
                      <a:pt x="31528" y="0"/>
                      <a:pt x="70428" y="0"/>
                    </a:cubicBezTo>
                    <a:lnTo>
                      <a:pt x="7042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</p:grpSp>
        <p:grpSp>
          <p:nvGrpSpPr>
            <p:cNvPr id="30" name="Graphic 18">
              <a:extLst>
                <a:ext uri="{FF2B5EF4-FFF2-40B4-BE49-F238E27FC236}">
                  <a16:creationId xmlns:a16="http://schemas.microsoft.com/office/drawing/2014/main" id="{47309F6D-BE9D-8B48-B1BF-25C30AA12A8F}"/>
                </a:ext>
              </a:extLst>
            </p:cNvPr>
            <p:cNvGrpSpPr/>
            <p:nvPr/>
          </p:nvGrpSpPr>
          <p:grpSpPr>
            <a:xfrm>
              <a:off x="6223434" y="2069096"/>
              <a:ext cx="1644386" cy="1598552"/>
              <a:chOff x="6223434" y="2069096"/>
              <a:chExt cx="1644386" cy="1598552"/>
            </a:xfrm>
            <a:grpFill/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9FAAB1A8-B8A5-BC49-8B9E-0204D37219D6}"/>
                  </a:ext>
                </a:extLst>
              </p:cNvPr>
              <p:cNvSpPr/>
              <p:nvPr/>
            </p:nvSpPr>
            <p:spPr>
              <a:xfrm>
                <a:off x="6757920" y="2069096"/>
                <a:ext cx="162153" cy="162934"/>
              </a:xfrm>
              <a:custGeom>
                <a:avLst/>
                <a:gdLst>
                  <a:gd name="connsiteX0" fmla="*/ 0 w 162153"/>
                  <a:gd name="connsiteY0" fmla="*/ 81467 h 162934"/>
                  <a:gd name="connsiteX1" fmla="*/ 81077 w 162153"/>
                  <a:gd name="connsiteY1" fmla="*/ 162935 h 162934"/>
                  <a:gd name="connsiteX2" fmla="*/ 162153 w 162153"/>
                  <a:gd name="connsiteY2" fmla="*/ 81467 h 162934"/>
                  <a:gd name="connsiteX3" fmla="*/ 81077 w 162153"/>
                  <a:gd name="connsiteY3" fmla="*/ 0 h 162934"/>
                  <a:gd name="connsiteX4" fmla="*/ 0 w 162153"/>
                  <a:gd name="connsiteY4" fmla="*/ 81467 h 162934"/>
                  <a:gd name="connsiteX5" fmla="*/ 20860 w 162153"/>
                  <a:gd name="connsiteY5" fmla="*/ 81467 h 162934"/>
                  <a:gd name="connsiteX6" fmla="*/ 81077 w 162153"/>
                  <a:gd name="connsiteY6" fmla="*/ 20860 h 162934"/>
                  <a:gd name="connsiteX7" fmla="*/ 141294 w 162153"/>
                  <a:gd name="connsiteY7" fmla="*/ 81467 h 162934"/>
                  <a:gd name="connsiteX8" fmla="*/ 81077 w 162153"/>
                  <a:gd name="connsiteY8" fmla="*/ 142065 h 162934"/>
                  <a:gd name="connsiteX9" fmla="*/ 20860 w 162153"/>
                  <a:gd name="connsiteY9" fmla="*/ 8146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53" h="162934">
                    <a:moveTo>
                      <a:pt x="0" y="81467"/>
                    </a:moveTo>
                    <a:cubicBezTo>
                      <a:pt x="0" y="126378"/>
                      <a:pt x="36376" y="162935"/>
                      <a:pt x="81077" y="162935"/>
                    </a:cubicBezTo>
                    <a:cubicBezTo>
                      <a:pt x="125778" y="162935"/>
                      <a:pt x="162153" y="126378"/>
                      <a:pt x="162153" y="81467"/>
                    </a:cubicBezTo>
                    <a:cubicBezTo>
                      <a:pt x="162153" y="36547"/>
                      <a:pt x="125778" y="0"/>
                      <a:pt x="81077" y="0"/>
                    </a:cubicBezTo>
                    <a:cubicBezTo>
                      <a:pt x="36376" y="0"/>
                      <a:pt x="0" y="36538"/>
                      <a:pt x="0" y="81467"/>
                    </a:cubicBezTo>
                    <a:close/>
                    <a:moveTo>
                      <a:pt x="20860" y="81467"/>
                    </a:moveTo>
                    <a:cubicBezTo>
                      <a:pt x="20860" y="48044"/>
                      <a:pt x="47882" y="20860"/>
                      <a:pt x="81077" y="20860"/>
                    </a:cubicBezTo>
                    <a:cubicBezTo>
                      <a:pt x="114271" y="20860"/>
                      <a:pt x="141294" y="48044"/>
                      <a:pt x="141294" y="81467"/>
                    </a:cubicBezTo>
                    <a:cubicBezTo>
                      <a:pt x="141294" y="114881"/>
                      <a:pt x="114271" y="142065"/>
                      <a:pt x="81077" y="142065"/>
                    </a:cubicBezTo>
                    <a:cubicBezTo>
                      <a:pt x="47882" y="142065"/>
                      <a:pt x="20860" y="114881"/>
                      <a:pt x="20860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FAB2288-3549-1845-B0A2-752939842045}"/>
                  </a:ext>
                </a:extLst>
              </p:cNvPr>
              <p:cNvSpPr/>
              <p:nvPr/>
            </p:nvSpPr>
            <p:spPr>
              <a:xfrm>
                <a:off x="6745614" y="3504742"/>
                <a:ext cx="161858" cy="162906"/>
              </a:xfrm>
              <a:custGeom>
                <a:avLst/>
                <a:gdLst>
                  <a:gd name="connsiteX0" fmla="*/ 0 w 161858"/>
                  <a:gd name="connsiteY0" fmla="*/ 81429 h 162906"/>
                  <a:gd name="connsiteX1" fmla="*/ 80848 w 161858"/>
                  <a:gd name="connsiteY1" fmla="*/ 162906 h 162906"/>
                  <a:gd name="connsiteX2" fmla="*/ 161858 w 161858"/>
                  <a:gd name="connsiteY2" fmla="*/ 81429 h 162906"/>
                  <a:gd name="connsiteX3" fmla="*/ 80848 w 161858"/>
                  <a:gd name="connsiteY3" fmla="*/ 0 h 162906"/>
                  <a:gd name="connsiteX4" fmla="*/ 0 w 161858"/>
                  <a:gd name="connsiteY4" fmla="*/ 81429 h 162906"/>
                  <a:gd name="connsiteX5" fmla="*/ 20860 w 161858"/>
                  <a:gd name="connsiteY5" fmla="*/ 81429 h 162906"/>
                  <a:gd name="connsiteX6" fmla="*/ 80858 w 161858"/>
                  <a:gd name="connsiteY6" fmla="*/ 20860 h 162906"/>
                  <a:gd name="connsiteX7" fmla="*/ 140989 w 161858"/>
                  <a:gd name="connsiteY7" fmla="*/ 81429 h 162906"/>
                  <a:gd name="connsiteX8" fmla="*/ 80858 w 161858"/>
                  <a:gd name="connsiteY8" fmla="*/ 142037 h 162906"/>
                  <a:gd name="connsiteX9" fmla="*/ 20860 w 161858"/>
                  <a:gd name="connsiteY9" fmla="*/ 81429 h 16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858" h="162906">
                    <a:moveTo>
                      <a:pt x="0" y="81429"/>
                    </a:moveTo>
                    <a:cubicBezTo>
                      <a:pt x="0" y="126359"/>
                      <a:pt x="36281" y="162906"/>
                      <a:pt x="80848" y="162906"/>
                    </a:cubicBezTo>
                    <a:cubicBezTo>
                      <a:pt x="125511" y="162906"/>
                      <a:pt x="161858" y="126359"/>
                      <a:pt x="161858" y="81429"/>
                    </a:cubicBezTo>
                    <a:cubicBezTo>
                      <a:pt x="161858" y="36538"/>
                      <a:pt x="125521" y="0"/>
                      <a:pt x="80848" y="0"/>
                    </a:cubicBezTo>
                    <a:cubicBezTo>
                      <a:pt x="36281" y="0"/>
                      <a:pt x="0" y="36538"/>
                      <a:pt x="0" y="81429"/>
                    </a:cubicBezTo>
                    <a:close/>
                    <a:moveTo>
                      <a:pt x="20860" y="81429"/>
                    </a:moveTo>
                    <a:cubicBezTo>
                      <a:pt x="20860" y="48044"/>
                      <a:pt x="47787" y="20860"/>
                      <a:pt x="80858" y="20860"/>
                    </a:cubicBezTo>
                    <a:cubicBezTo>
                      <a:pt x="114014" y="20860"/>
                      <a:pt x="140989" y="48044"/>
                      <a:pt x="140989" y="81429"/>
                    </a:cubicBezTo>
                    <a:cubicBezTo>
                      <a:pt x="140989" y="114853"/>
                      <a:pt x="114014" y="142037"/>
                      <a:pt x="80858" y="142037"/>
                    </a:cubicBezTo>
                    <a:cubicBezTo>
                      <a:pt x="47787" y="142037"/>
                      <a:pt x="20860" y="114853"/>
                      <a:pt x="2086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38D80F5-FFBB-6241-8AC2-49D150DAE1D9}"/>
                  </a:ext>
                </a:extLst>
              </p:cNvPr>
              <p:cNvSpPr/>
              <p:nvPr/>
            </p:nvSpPr>
            <p:spPr>
              <a:xfrm>
                <a:off x="7161152" y="3504742"/>
                <a:ext cx="162143" cy="162906"/>
              </a:xfrm>
              <a:custGeom>
                <a:avLst/>
                <a:gdLst>
                  <a:gd name="connsiteX0" fmla="*/ 0 w 162143"/>
                  <a:gd name="connsiteY0" fmla="*/ 81429 h 162906"/>
                  <a:gd name="connsiteX1" fmla="*/ 81077 w 162143"/>
                  <a:gd name="connsiteY1" fmla="*/ 162906 h 162906"/>
                  <a:gd name="connsiteX2" fmla="*/ 162144 w 162143"/>
                  <a:gd name="connsiteY2" fmla="*/ 81429 h 162906"/>
                  <a:gd name="connsiteX3" fmla="*/ 81077 w 162143"/>
                  <a:gd name="connsiteY3" fmla="*/ 0 h 162906"/>
                  <a:gd name="connsiteX4" fmla="*/ 0 w 162143"/>
                  <a:gd name="connsiteY4" fmla="*/ 81429 h 162906"/>
                  <a:gd name="connsiteX5" fmla="*/ 20860 w 162143"/>
                  <a:gd name="connsiteY5" fmla="*/ 81429 h 162906"/>
                  <a:gd name="connsiteX6" fmla="*/ 81077 w 162143"/>
                  <a:gd name="connsiteY6" fmla="*/ 20860 h 162906"/>
                  <a:gd name="connsiteX7" fmla="*/ 141266 w 162143"/>
                  <a:gd name="connsiteY7" fmla="*/ 81429 h 162906"/>
                  <a:gd name="connsiteX8" fmla="*/ 81077 w 162143"/>
                  <a:gd name="connsiteY8" fmla="*/ 142037 h 162906"/>
                  <a:gd name="connsiteX9" fmla="*/ 20860 w 162143"/>
                  <a:gd name="connsiteY9" fmla="*/ 81429 h 16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3" h="162906">
                    <a:moveTo>
                      <a:pt x="0" y="81429"/>
                    </a:moveTo>
                    <a:cubicBezTo>
                      <a:pt x="0" y="126359"/>
                      <a:pt x="36376" y="162906"/>
                      <a:pt x="81077" y="162906"/>
                    </a:cubicBezTo>
                    <a:cubicBezTo>
                      <a:pt x="125797" y="162906"/>
                      <a:pt x="162144" y="126359"/>
                      <a:pt x="162144" y="81429"/>
                    </a:cubicBezTo>
                    <a:cubicBezTo>
                      <a:pt x="162144" y="36538"/>
                      <a:pt x="125806" y="0"/>
                      <a:pt x="81077" y="0"/>
                    </a:cubicBezTo>
                    <a:cubicBezTo>
                      <a:pt x="36376" y="0"/>
                      <a:pt x="0" y="36538"/>
                      <a:pt x="0" y="81429"/>
                    </a:cubicBezTo>
                    <a:close/>
                    <a:moveTo>
                      <a:pt x="20860" y="81429"/>
                    </a:moveTo>
                    <a:cubicBezTo>
                      <a:pt x="20860" y="48044"/>
                      <a:pt x="47892" y="20860"/>
                      <a:pt x="81077" y="20860"/>
                    </a:cubicBezTo>
                    <a:cubicBezTo>
                      <a:pt x="114290" y="20860"/>
                      <a:pt x="141266" y="48044"/>
                      <a:pt x="141266" y="81429"/>
                    </a:cubicBezTo>
                    <a:cubicBezTo>
                      <a:pt x="141266" y="114853"/>
                      <a:pt x="114290" y="142037"/>
                      <a:pt x="81077" y="142037"/>
                    </a:cubicBezTo>
                    <a:cubicBezTo>
                      <a:pt x="47882" y="142037"/>
                      <a:pt x="20860" y="114853"/>
                      <a:pt x="2086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D048CD9E-9F81-F748-8D0D-72F94AC79E2B}"/>
                  </a:ext>
                </a:extLst>
              </p:cNvPr>
              <p:cNvSpPr/>
              <p:nvPr/>
            </p:nvSpPr>
            <p:spPr>
              <a:xfrm>
                <a:off x="7173782" y="2069096"/>
                <a:ext cx="161877" cy="162934"/>
              </a:xfrm>
              <a:custGeom>
                <a:avLst/>
                <a:gdLst>
                  <a:gd name="connsiteX0" fmla="*/ 0 w 161877"/>
                  <a:gd name="connsiteY0" fmla="*/ 81467 h 162934"/>
                  <a:gd name="connsiteX1" fmla="*/ 81029 w 161877"/>
                  <a:gd name="connsiteY1" fmla="*/ 162935 h 162934"/>
                  <a:gd name="connsiteX2" fmla="*/ 161877 w 161877"/>
                  <a:gd name="connsiteY2" fmla="*/ 81467 h 162934"/>
                  <a:gd name="connsiteX3" fmla="*/ 81029 w 161877"/>
                  <a:gd name="connsiteY3" fmla="*/ 0 h 162934"/>
                  <a:gd name="connsiteX4" fmla="*/ 0 w 161877"/>
                  <a:gd name="connsiteY4" fmla="*/ 81467 h 162934"/>
                  <a:gd name="connsiteX5" fmla="*/ 20879 w 161877"/>
                  <a:gd name="connsiteY5" fmla="*/ 81467 h 162934"/>
                  <a:gd name="connsiteX6" fmla="*/ 81029 w 161877"/>
                  <a:gd name="connsiteY6" fmla="*/ 20860 h 162934"/>
                  <a:gd name="connsiteX7" fmla="*/ 141008 w 161877"/>
                  <a:gd name="connsiteY7" fmla="*/ 81467 h 162934"/>
                  <a:gd name="connsiteX8" fmla="*/ 81029 w 161877"/>
                  <a:gd name="connsiteY8" fmla="*/ 142065 h 162934"/>
                  <a:gd name="connsiteX9" fmla="*/ 20879 w 161877"/>
                  <a:gd name="connsiteY9" fmla="*/ 8146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877" h="162934">
                    <a:moveTo>
                      <a:pt x="0" y="81467"/>
                    </a:moveTo>
                    <a:cubicBezTo>
                      <a:pt x="0" y="126378"/>
                      <a:pt x="36338" y="162935"/>
                      <a:pt x="81029" y="162935"/>
                    </a:cubicBezTo>
                    <a:cubicBezTo>
                      <a:pt x="125606" y="162935"/>
                      <a:pt x="161877" y="126378"/>
                      <a:pt x="161877" y="81467"/>
                    </a:cubicBezTo>
                    <a:cubicBezTo>
                      <a:pt x="161877" y="36547"/>
                      <a:pt x="125596" y="0"/>
                      <a:pt x="81029" y="0"/>
                    </a:cubicBezTo>
                    <a:cubicBezTo>
                      <a:pt x="36347" y="0"/>
                      <a:pt x="0" y="36538"/>
                      <a:pt x="0" y="81467"/>
                    </a:cubicBezTo>
                    <a:close/>
                    <a:moveTo>
                      <a:pt x="20879" y="81467"/>
                    </a:moveTo>
                    <a:cubicBezTo>
                      <a:pt x="20879" y="48044"/>
                      <a:pt x="47853" y="20860"/>
                      <a:pt x="81029" y="20860"/>
                    </a:cubicBezTo>
                    <a:cubicBezTo>
                      <a:pt x="114100" y="20860"/>
                      <a:pt x="141008" y="48044"/>
                      <a:pt x="141008" y="81467"/>
                    </a:cubicBezTo>
                    <a:cubicBezTo>
                      <a:pt x="141008" y="114881"/>
                      <a:pt x="114100" y="142065"/>
                      <a:pt x="81029" y="142065"/>
                    </a:cubicBezTo>
                    <a:cubicBezTo>
                      <a:pt x="47853" y="142065"/>
                      <a:pt x="20879" y="114881"/>
                      <a:pt x="20879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6D52E155-DCC8-8442-AA71-1F428031F208}"/>
                  </a:ext>
                </a:extLst>
              </p:cNvPr>
              <p:cNvSpPr/>
              <p:nvPr/>
            </p:nvSpPr>
            <p:spPr>
              <a:xfrm>
                <a:off x="6282661" y="3146602"/>
                <a:ext cx="161925" cy="162934"/>
              </a:xfrm>
              <a:custGeom>
                <a:avLst/>
                <a:gdLst>
                  <a:gd name="connsiteX0" fmla="*/ 0 w 161925"/>
                  <a:gd name="connsiteY0" fmla="*/ 81429 h 162934"/>
                  <a:gd name="connsiteX1" fmla="*/ 81106 w 161925"/>
                  <a:gd name="connsiteY1" fmla="*/ 162935 h 162934"/>
                  <a:gd name="connsiteX2" fmla="*/ 161925 w 161925"/>
                  <a:gd name="connsiteY2" fmla="*/ 81429 h 162934"/>
                  <a:gd name="connsiteX3" fmla="*/ 81106 w 161925"/>
                  <a:gd name="connsiteY3" fmla="*/ 0 h 162934"/>
                  <a:gd name="connsiteX4" fmla="*/ 0 w 161925"/>
                  <a:gd name="connsiteY4" fmla="*/ 81429 h 162934"/>
                  <a:gd name="connsiteX5" fmla="*/ 20850 w 161925"/>
                  <a:gd name="connsiteY5" fmla="*/ 81429 h 162934"/>
                  <a:gd name="connsiteX6" fmla="*/ 81096 w 161925"/>
                  <a:gd name="connsiteY6" fmla="*/ 20860 h 162934"/>
                  <a:gd name="connsiteX7" fmla="*/ 141066 w 161925"/>
                  <a:gd name="connsiteY7" fmla="*/ 81429 h 162934"/>
                  <a:gd name="connsiteX8" fmla="*/ 81096 w 161925"/>
                  <a:gd name="connsiteY8" fmla="*/ 142056 h 162934"/>
                  <a:gd name="connsiteX9" fmla="*/ 20850 w 161925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29"/>
                    </a:moveTo>
                    <a:cubicBezTo>
                      <a:pt x="0" y="126359"/>
                      <a:pt x="36386" y="162935"/>
                      <a:pt x="81106" y="162935"/>
                    </a:cubicBezTo>
                    <a:cubicBezTo>
                      <a:pt x="125682" y="162935"/>
                      <a:pt x="161925" y="126368"/>
                      <a:pt x="161925" y="81429"/>
                    </a:cubicBezTo>
                    <a:cubicBezTo>
                      <a:pt x="161925" y="36529"/>
                      <a:pt x="125673" y="0"/>
                      <a:pt x="81106" y="0"/>
                    </a:cubicBezTo>
                    <a:cubicBezTo>
                      <a:pt x="36386" y="0"/>
                      <a:pt x="0" y="36529"/>
                      <a:pt x="0" y="81429"/>
                    </a:cubicBezTo>
                    <a:close/>
                    <a:moveTo>
                      <a:pt x="20850" y="81429"/>
                    </a:moveTo>
                    <a:cubicBezTo>
                      <a:pt x="20850" y="48025"/>
                      <a:pt x="47911" y="20860"/>
                      <a:pt x="81096" y="20860"/>
                    </a:cubicBezTo>
                    <a:cubicBezTo>
                      <a:pt x="114186" y="20860"/>
                      <a:pt x="141066" y="48035"/>
                      <a:pt x="141066" y="81429"/>
                    </a:cubicBezTo>
                    <a:cubicBezTo>
                      <a:pt x="141066" y="114871"/>
                      <a:pt x="114186" y="142056"/>
                      <a:pt x="81096" y="142056"/>
                    </a:cubicBezTo>
                    <a:cubicBezTo>
                      <a:pt x="47911" y="142065"/>
                      <a:pt x="20850" y="114871"/>
                      <a:pt x="2085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2618A3F-8A54-874A-89DB-188903297B19}"/>
                  </a:ext>
                </a:extLst>
              </p:cNvPr>
              <p:cNvSpPr/>
              <p:nvPr/>
            </p:nvSpPr>
            <p:spPr>
              <a:xfrm>
                <a:off x="6490563" y="3146602"/>
                <a:ext cx="161925" cy="162934"/>
              </a:xfrm>
              <a:custGeom>
                <a:avLst/>
                <a:gdLst>
                  <a:gd name="connsiteX0" fmla="*/ 0 w 161925"/>
                  <a:gd name="connsiteY0" fmla="*/ 81429 h 162934"/>
                  <a:gd name="connsiteX1" fmla="*/ 81115 w 161925"/>
                  <a:gd name="connsiteY1" fmla="*/ 162935 h 162934"/>
                  <a:gd name="connsiteX2" fmla="*/ 161925 w 161925"/>
                  <a:gd name="connsiteY2" fmla="*/ 81429 h 162934"/>
                  <a:gd name="connsiteX3" fmla="*/ 81115 w 161925"/>
                  <a:gd name="connsiteY3" fmla="*/ 0 h 162934"/>
                  <a:gd name="connsiteX4" fmla="*/ 0 w 161925"/>
                  <a:gd name="connsiteY4" fmla="*/ 81429 h 162934"/>
                  <a:gd name="connsiteX5" fmla="*/ 20850 w 161925"/>
                  <a:gd name="connsiteY5" fmla="*/ 81429 h 162934"/>
                  <a:gd name="connsiteX6" fmla="*/ 81105 w 161925"/>
                  <a:gd name="connsiteY6" fmla="*/ 20860 h 162934"/>
                  <a:gd name="connsiteX7" fmla="*/ 141065 w 161925"/>
                  <a:gd name="connsiteY7" fmla="*/ 81429 h 162934"/>
                  <a:gd name="connsiteX8" fmla="*/ 81105 w 161925"/>
                  <a:gd name="connsiteY8" fmla="*/ 142056 h 162934"/>
                  <a:gd name="connsiteX9" fmla="*/ 20850 w 161925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29"/>
                    </a:moveTo>
                    <a:cubicBezTo>
                      <a:pt x="0" y="126359"/>
                      <a:pt x="36395" y="162935"/>
                      <a:pt x="81115" y="162935"/>
                    </a:cubicBezTo>
                    <a:cubicBezTo>
                      <a:pt x="125682" y="162935"/>
                      <a:pt x="161925" y="126368"/>
                      <a:pt x="161925" y="81429"/>
                    </a:cubicBezTo>
                    <a:cubicBezTo>
                      <a:pt x="161925" y="36529"/>
                      <a:pt x="125673" y="0"/>
                      <a:pt x="81115" y="0"/>
                    </a:cubicBezTo>
                    <a:cubicBezTo>
                      <a:pt x="36395" y="0"/>
                      <a:pt x="0" y="36529"/>
                      <a:pt x="0" y="81429"/>
                    </a:cubicBezTo>
                    <a:close/>
                    <a:moveTo>
                      <a:pt x="20850" y="81429"/>
                    </a:moveTo>
                    <a:cubicBezTo>
                      <a:pt x="20850" y="48025"/>
                      <a:pt x="47911" y="20860"/>
                      <a:pt x="81105" y="20860"/>
                    </a:cubicBezTo>
                    <a:cubicBezTo>
                      <a:pt x="114176" y="20860"/>
                      <a:pt x="141065" y="48035"/>
                      <a:pt x="141065" y="81429"/>
                    </a:cubicBezTo>
                    <a:cubicBezTo>
                      <a:pt x="141065" y="114871"/>
                      <a:pt x="114176" y="142056"/>
                      <a:pt x="81105" y="142056"/>
                    </a:cubicBezTo>
                    <a:cubicBezTo>
                      <a:pt x="47911" y="142065"/>
                      <a:pt x="20850" y="114871"/>
                      <a:pt x="2085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93E55B8D-4866-6748-8803-455BB9377E97}"/>
                  </a:ext>
                </a:extLst>
              </p:cNvPr>
              <p:cNvSpPr/>
              <p:nvPr/>
            </p:nvSpPr>
            <p:spPr>
              <a:xfrm>
                <a:off x="6698475" y="3146602"/>
                <a:ext cx="161953" cy="162934"/>
              </a:xfrm>
              <a:custGeom>
                <a:avLst/>
                <a:gdLst>
                  <a:gd name="connsiteX0" fmla="*/ 0 w 161953"/>
                  <a:gd name="connsiteY0" fmla="*/ 81429 h 162934"/>
                  <a:gd name="connsiteX1" fmla="*/ 80877 w 161953"/>
                  <a:gd name="connsiteY1" fmla="*/ 162935 h 162934"/>
                  <a:gd name="connsiteX2" fmla="*/ 161953 w 161953"/>
                  <a:gd name="connsiteY2" fmla="*/ 81429 h 162934"/>
                  <a:gd name="connsiteX3" fmla="*/ 80877 w 161953"/>
                  <a:gd name="connsiteY3" fmla="*/ 0 h 162934"/>
                  <a:gd name="connsiteX4" fmla="*/ 0 w 161953"/>
                  <a:gd name="connsiteY4" fmla="*/ 81429 h 162934"/>
                  <a:gd name="connsiteX5" fmla="*/ 20850 w 161953"/>
                  <a:gd name="connsiteY5" fmla="*/ 81429 h 162934"/>
                  <a:gd name="connsiteX6" fmla="*/ 80877 w 161953"/>
                  <a:gd name="connsiteY6" fmla="*/ 20860 h 162934"/>
                  <a:gd name="connsiteX7" fmla="*/ 141075 w 161953"/>
                  <a:gd name="connsiteY7" fmla="*/ 81429 h 162934"/>
                  <a:gd name="connsiteX8" fmla="*/ 80877 w 161953"/>
                  <a:gd name="connsiteY8" fmla="*/ 142056 h 162934"/>
                  <a:gd name="connsiteX9" fmla="*/ 20850 w 161953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53" h="162934">
                    <a:moveTo>
                      <a:pt x="0" y="81429"/>
                    </a:moveTo>
                    <a:cubicBezTo>
                      <a:pt x="0" y="126359"/>
                      <a:pt x="36261" y="162935"/>
                      <a:pt x="80877" y="162935"/>
                    </a:cubicBezTo>
                    <a:cubicBezTo>
                      <a:pt x="125568" y="162935"/>
                      <a:pt x="161953" y="126368"/>
                      <a:pt x="161953" y="81429"/>
                    </a:cubicBezTo>
                    <a:cubicBezTo>
                      <a:pt x="161953" y="36529"/>
                      <a:pt x="125578" y="0"/>
                      <a:pt x="80877" y="0"/>
                    </a:cubicBezTo>
                    <a:cubicBezTo>
                      <a:pt x="36261" y="0"/>
                      <a:pt x="0" y="36529"/>
                      <a:pt x="0" y="81429"/>
                    </a:cubicBezTo>
                    <a:close/>
                    <a:moveTo>
                      <a:pt x="20850" y="81429"/>
                    </a:moveTo>
                    <a:cubicBezTo>
                      <a:pt x="20850" y="48025"/>
                      <a:pt x="47758" y="20860"/>
                      <a:pt x="80877" y="20860"/>
                    </a:cubicBezTo>
                    <a:cubicBezTo>
                      <a:pt x="114071" y="20860"/>
                      <a:pt x="141075" y="48035"/>
                      <a:pt x="141075" y="81429"/>
                    </a:cubicBezTo>
                    <a:cubicBezTo>
                      <a:pt x="141075" y="114871"/>
                      <a:pt x="114071" y="142056"/>
                      <a:pt x="80877" y="142056"/>
                    </a:cubicBezTo>
                    <a:cubicBezTo>
                      <a:pt x="47768" y="142065"/>
                      <a:pt x="20850" y="114871"/>
                      <a:pt x="2085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06F2AD1-2091-0F4C-BAF2-6EDAD226E8CD}"/>
                  </a:ext>
                </a:extLst>
              </p:cNvPr>
              <p:cNvSpPr/>
              <p:nvPr/>
            </p:nvSpPr>
            <p:spPr>
              <a:xfrm>
                <a:off x="6906367" y="3146602"/>
                <a:ext cx="161934" cy="162934"/>
              </a:xfrm>
              <a:custGeom>
                <a:avLst/>
                <a:gdLst>
                  <a:gd name="connsiteX0" fmla="*/ 0 w 161934"/>
                  <a:gd name="connsiteY0" fmla="*/ 81429 h 162934"/>
                  <a:gd name="connsiteX1" fmla="*/ 80905 w 161934"/>
                  <a:gd name="connsiteY1" fmla="*/ 162935 h 162934"/>
                  <a:gd name="connsiteX2" fmla="*/ 161935 w 161934"/>
                  <a:gd name="connsiteY2" fmla="*/ 81429 h 162934"/>
                  <a:gd name="connsiteX3" fmla="*/ 80905 w 161934"/>
                  <a:gd name="connsiteY3" fmla="*/ 0 h 162934"/>
                  <a:gd name="connsiteX4" fmla="*/ 0 w 161934"/>
                  <a:gd name="connsiteY4" fmla="*/ 81429 h 162934"/>
                  <a:gd name="connsiteX5" fmla="*/ 20869 w 161934"/>
                  <a:gd name="connsiteY5" fmla="*/ 81429 h 162934"/>
                  <a:gd name="connsiteX6" fmla="*/ 80915 w 161934"/>
                  <a:gd name="connsiteY6" fmla="*/ 20860 h 162934"/>
                  <a:gd name="connsiteX7" fmla="*/ 141065 w 161934"/>
                  <a:gd name="connsiteY7" fmla="*/ 81429 h 162934"/>
                  <a:gd name="connsiteX8" fmla="*/ 80915 w 161934"/>
                  <a:gd name="connsiteY8" fmla="*/ 142056 h 162934"/>
                  <a:gd name="connsiteX9" fmla="*/ 20869 w 161934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34" h="162934">
                    <a:moveTo>
                      <a:pt x="0" y="81429"/>
                    </a:moveTo>
                    <a:cubicBezTo>
                      <a:pt x="0" y="126359"/>
                      <a:pt x="36309" y="162935"/>
                      <a:pt x="80905" y="162935"/>
                    </a:cubicBezTo>
                    <a:cubicBezTo>
                      <a:pt x="125587" y="162935"/>
                      <a:pt x="161935" y="126368"/>
                      <a:pt x="161935" y="81429"/>
                    </a:cubicBezTo>
                    <a:cubicBezTo>
                      <a:pt x="161935" y="36529"/>
                      <a:pt x="125597" y="0"/>
                      <a:pt x="80905" y="0"/>
                    </a:cubicBezTo>
                    <a:cubicBezTo>
                      <a:pt x="36309" y="0"/>
                      <a:pt x="0" y="36529"/>
                      <a:pt x="0" y="81429"/>
                    </a:cubicBezTo>
                    <a:close/>
                    <a:moveTo>
                      <a:pt x="20869" y="81429"/>
                    </a:moveTo>
                    <a:cubicBezTo>
                      <a:pt x="20869" y="48025"/>
                      <a:pt x="47815" y="20860"/>
                      <a:pt x="80915" y="20860"/>
                    </a:cubicBezTo>
                    <a:cubicBezTo>
                      <a:pt x="114090" y="20860"/>
                      <a:pt x="141065" y="48035"/>
                      <a:pt x="141065" y="81429"/>
                    </a:cubicBezTo>
                    <a:cubicBezTo>
                      <a:pt x="141065" y="114871"/>
                      <a:pt x="114090" y="142056"/>
                      <a:pt x="80915" y="142056"/>
                    </a:cubicBezTo>
                    <a:cubicBezTo>
                      <a:pt x="47815" y="142065"/>
                      <a:pt x="20869" y="114871"/>
                      <a:pt x="20869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2A4D986D-5301-794B-A5C8-51AFA2060C55}"/>
                  </a:ext>
                </a:extLst>
              </p:cNvPr>
              <p:cNvSpPr/>
              <p:nvPr/>
            </p:nvSpPr>
            <p:spPr>
              <a:xfrm>
                <a:off x="7321972" y="3146602"/>
                <a:ext cx="162144" cy="162934"/>
              </a:xfrm>
              <a:custGeom>
                <a:avLst/>
                <a:gdLst>
                  <a:gd name="connsiteX0" fmla="*/ 0 w 162144"/>
                  <a:gd name="connsiteY0" fmla="*/ 81429 h 162934"/>
                  <a:gd name="connsiteX1" fmla="*/ 81125 w 162144"/>
                  <a:gd name="connsiteY1" fmla="*/ 162935 h 162934"/>
                  <a:gd name="connsiteX2" fmla="*/ 162144 w 162144"/>
                  <a:gd name="connsiteY2" fmla="*/ 81429 h 162934"/>
                  <a:gd name="connsiteX3" fmla="*/ 81125 w 162144"/>
                  <a:gd name="connsiteY3" fmla="*/ 0 h 162934"/>
                  <a:gd name="connsiteX4" fmla="*/ 0 w 162144"/>
                  <a:gd name="connsiteY4" fmla="*/ 81429 h 162934"/>
                  <a:gd name="connsiteX5" fmla="*/ 20869 w 162144"/>
                  <a:gd name="connsiteY5" fmla="*/ 81429 h 162934"/>
                  <a:gd name="connsiteX6" fmla="*/ 81115 w 162144"/>
                  <a:gd name="connsiteY6" fmla="*/ 20860 h 162934"/>
                  <a:gd name="connsiteX7" fmla="*/ 141265 w 162144"/>
                  <a:gd name="connsiteY7" fmla="*/ 81429 h 162934"/>
                  <a:gd name="connsiteX8" fmla="*/ 81115 w 162144"/>
                  <a:gd name="connsiteY8" fmla="*/ 142056 h 162934"/>
                  <a:gd name="connsiteX9" fmla="*/ 20869 w 162144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4" h="162934">
                    <a:moveTo>
                      <a:pt x="0" y="81429"/>
                    </a:moveTo>
                    <a:cubicBezTo>
                      <a:pt x="0" y="126359"/>
                      <a:pt x="36405" y="162935"/>
                      <a:pt x="81125" y="162935"/>
                    </a:cubicBezTo>
                    <a:cubicBezTo>
                      <a:pt x="125787" y="162935"/>
                      <a:pt x="162144" y="126368"/>
                      <a:pt x="162144" y="81429"/>
                    </a:cubicBezTo>
                    <a:cubicBezTo>
                      <a:pt x="162144" y="36529"/>
                      <a:pt x="125797" y="0"/>
                      <a:pt x="81125" y="0"/>
                    </a:cubicBezTo>
                    <a:cubicBezTo>
                      <a:pt x="36405" y="0"/>
                      <a:pt x="0" y="36529"/>
                      <a:pt x="0" y="81429"/>
                    </a:cubicBezTo>
                    <a:close/>
                    <a:moveTo>
                      <a:pt x="20869" y="81429"/>
                    </a:moveTo>
                    <a:cubicBezTo>
                      <a:pt x="20869" y="48025"/>
                      <a:pt x="47911" y="20860"/>
                      <a:pt x="81115" y="20860"/>
                    </a:cubicBezTo>
                    <a:cubicBezTo>
                      <a:pt x="114281" y="20860"/>
                      <a:pt x="141265" y="48035"/>
                      <a:pt x="141265" y="81429"/>
                    </a:cubicBezTo>
                    <a:cubicBezTo>
                      <a:pt x="141265" y="114871"/>
                      <a:pt x="114281" y="142056"/>
                      <a:pt x="81115" y="142056"/>
                    </a:cubicBezTo>
                    <a:cubicBezTo>
                      <a:pt x="47911" y="142065"/>
                      <a:pt x="20869" y="114871"/>
                      <a:pt x="20869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C613FEB2-1927-B748-AA81-6DA0BB7957CB}"/>
                  </a:ext>
                </a:extLst>
              </p:cNvPr>
              <p:cNvSpPr/>
              <p:nvPr/>
            </p:nvSpPr>
            <p:spPr>
              <a:xfrm>
                <a:off x="7529883" y="3146602"/>
                <a:ext cx="162172" cy="162934"/>
              </a:xfrm>
              <a:custGeom>
                <a:avLst/>
                <a:gdLst>
                  <a:gd name="connsiteX0" fmla="*/ 0 w 162172"/>
                  <a:gd name="connsiteY0" fmla="*/ 81429 h 162934"/>
                  <a:gd name="connsiteX1" fmla="*/ 81086 w 162172"/>
                  <a:gd name="connsiteY1" fmla="*/ 162935 h 162934"/>
                  <a:gd name="connsiteX2" fmla="*/ 162173 w 162172"/>
                  <a:gd name="connsiteY2" fmla="*/ 81429 h 162934"/>
                  <a:gd name="connsiteX3" fmla="*/ 81086 w 162172"/>
                  <a:gd name="connsiteY3" fmla="*/ 0 h 162934"/>
                  <a:gd name="connsiteX4" fmla="*/ 0 w 162172"/>
                  <a:gd name="connsiteY4" fmla="*/ 81429 h 162934"/>
                  <a:gd name="connsiteX5" fmla="*/ 20860 w 162172"/>
                  <a:gd name="connsiteY5" fmla="*/ 81429 h 162934"/>
                  <a:gd name="connsiteX6" fmla="*/ 81077 w 162172"/>
                  <a:gd name="connsiteY6" fmla="*/ 20860 h 162934"/>
                  <a:gd name="connsiteX7" fmla="*/ 141294 w 162172"/>
                  <a:gd name="connsiteY7" fmla="*/ 81429 h 162934"/>
                  <a:gd name="connsiteX8" fmla="*/ 81077 w 162172"/>
                  <a:gd name="connsiteY8" fmla="*/ 142056 h 162934"/>
                  <a:gd name="connsiteX9" fmla="*/ 20860 w 162172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72" h="162934">
                    <a:moveTo>
                      <a:pt x="0" y="81429"/>
                    </a:moveTo>
                    <a:cubicBezTo>
                      <a:pt x="0" y="126359"/>
                      <a:pt x="36366" y="162935"/>
                      <a:pt x="81086" y="162935"/>
                    </a:cubicBezTo>
                    <a:cubicBezTo>
                      <a:pt x="125787" y="162935"/>
                      <a:pt x="162173" y="126368"/>
                      <a:pt x="162173" y="81429"/>
                    </a:cubicBezTo>
                    <a:cubicBezTo>
                      <a:pt x="162173" y="36529"/>
                      <a:pt x="125796" y="0"/>
                      <a:pt x="81086" y="0"/>
                    </a:cubicBezTo>
                    <a:cubicBezTo>
                      <a:pt x="36366" y="0"/>
                      <a:pt x="0" y="36529"/>
                      <a:pt x="0" y="81429"/>
                    </a:cubicBezTo>
                    <a:close/>
                    <a:moveTo>
                      <a:pt x="20860" y="81429"/>
                    </a:moveTo>
                    <a:cubicBezTo>
                      <a:pt x="20860" y="48025"/>
                      <a:pt x="47873" y="20860"/>
                      <a:pt x="81077" y="20860"/>
                    </a:cubicBezTo>
                    <a:cubicBezTo>
                      <a:pt x="114272" y="20860"/>
                      <a:pt x="141294" y="48035"/>
                      <a:pt x="141294" y="81429"/>
                    </a:cubicBezTo>
                    <a:cubicBezTo>
                      <a:pt x="141294" y="114871"/>
                      <a:pt x="114272" y="142056"/>
                      <a:pt x="81077" y="142056"/>
                    </a:cubicBezTo>
                    <a:cubicBezTo>
                      <a:pt x="47873" y="142065"/>
                      <a:pt x="20860" y="114871"/>
                      <a:pt x="2086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E41A917-AC57-1046-B472-44DF081775C0}"/>
                  </a:ext>
                </a:extLst>
              </p:cNvPr>
              <p:cNvSpPr/>
              <p:nvPr/>
            </p:nvSpPr>
            <p:spPr>
              <a:xfrm>
                <a:off x="6441509" y="3325749"/>
                <a:ext cx="161925" cy="162925"/>
              </a:xfrm>
              <a:custGeom>
                <a:avLst/>
                <a:gdLst>
                  <a:gd name="connsiteX0" fmla="*/ 0 w 161925"/>
                  <a:gd name="connsiteY0" fmla="*/ 81467 h 162925"/>
                  <a:gd name="connsiteX1" fmla="*/ 80877 w 161925"/>
                  <a:gd name="connsiteY1" fmla="*/ 162925 h 162925"/>
                  <a:gd name="connsiteX2" fmla="*/ 161925 w 161925"/>
                  <a:gd name="connsiteY2" fmla="*/ 81467 h 162925"/>
                  <a:gd name="connsiteX3" fmla="*/ 80877 w 161925"/>
                  <a:gd name="connsiteY3" fmla="*/ 0 h 162925"/>
                  <a:gd name="connsiteX4" fmla="*/ 0 w 161925"/>
                  <a:gd name="connsiteY4" fmla="*/ 81467 h 162925"/>
                  <a:gd name="connsiteX5" fmla="*/ 20860 w 161925"/>
                  <a:gd name="connsiteY5" fmla="*/ 81467 h 162925"/>
                  <a:gd name="connsiteX6" fmla="*/ 80886 w 161925"/>
                  <a:gd name="connsiteY6" fmla="*/ 20860 h 162925"/>
                  <a:gd name="connsiteX7" fmla="*/ 141075 w 161925"/>
                  <a:gd name="connsiteY7" fmla="*/ 81467 h 162925"/>
                  <a:gd name="connsiteX8" fmla="*/ 80886 w 161925"/>
                  <a:gd name="connsiteY8" fmla="*/ 142075 h 162925"/>
                  <a:gd name="connsiteX9" fmla="*/ 20860 w 161925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25">
                    <a:moveTo>
                      <a:pt x="0" y="81467"/>
                    </a:moveTo>
                    <a:cubicBezTo>
                      <a:pt x="0" y="126387"/>
                      <a:pt x="36281" y="162925"/>
                      <a:pt x="80877" y="162925"/>
                    </a:cubicBezTo>
                    <a:cubicBezTo>
                      <a:pt x="125568" y="162925"/>
                      <a:pt x="161925" y="126387"/>
                      <a:pt x="161925" y="81467"/>
                    </a:cubicBezTo>
                    <a:cubicBezTo>
                      <a:pt x="161925" y="36538"/>
                      <a:pt x="125578" y="0"/>
                      <a:pt x="80877" y="0"/>
                    </a:cubicBezTo>
                    <a:cubicBezTo>
                      <a:pt x="36281" y="0"/>
                      <a:pt x="0" y="36547"/>
                      <a:pt x="0" y="81467"/>
                    </a:cubicBezTo>
                    <a:close/>
                    <a:moveTo>
                      <a:pt x="20860" y="81467"/>
                    </a:moveTo>
                    <a:cubicBezTo>
                      <a:pt x="20860" y="48044"/>
                      <a:pt x="47787" y="20860"/>
                      <a:pt x="80886" y="20860"/>
                    </a:cubicBezTo>
                    <a:cubicBezTo>
                      <a:pt x="114062" y="20860"/>
                      <a:pt x="141075" y="48044"/>
                      <a:pt x="141075" y="81467"/>
                    </a:cubicBezTo>
                    <a:cubicBezTo>
                      <a:pt x="141075" y="114881"/>
                      <a:pt x="114062" y="142075"/>
                      <a:pt x="80886" y="142075"/>
                    </a:cubicBezTo>
                    <a:cubicBezTo>
                      <a:pt x="47787" y="142075"/>
                      <a:pt x="20860" y="114890"/>
                      <a:pt x="20860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D2235D54-63F7-1D4C-AC7E-89C7510ED98C}"/>
                  </a:ext>
                </a:extLst>
              </p:cNvPr>
              <p:cNvSpPr/>
              <p:nvPr/>
            </p:nvSpPr>
            <p:spPr>
              <a:xfrm>
                <a:off x="6649211" y="3325749"/>
                <a:ext cx="162106" cy="162925"/>
              </a:xfrm>
              <a:custGeom>
                <a:avLst/>
                <a:gdLst>
                  <a:gd name="connsiteX0" fmla="*/ 0 w 162106"/>
                  <a:gd name="connsiteY0" fmla="*/ 81467 h 162925"/>
                  <a:gd name="connsiteX1" fmla="*/ 81096 w 162106"/>
                  <a:gd name="connsiteY1" fmla="*/ 162925 h 162925"/>
                  <a:gd name="connsiteX2" fmla="*/ 162106 w 162106"/>
                  <a:gd name="connsiteY2" fmla="*/ 81467 h 162925"/>
                  <a:gd name="connsiteX3" fmla="*/ 81096 w 162106"/>
                  <a:gd name="connsiteY3" fmla="*/ 0 h 162925"/>
                  <a:gd name="connsiteX4" fmla="*/ 0 w 162106"/>
                  <a:gd name="connsiteY4" fmla="*/ 81467 h 162925"/>
                  <a:gd name="connsiteX5" fmla="*/ 20869 w 162106"/>
                  <a:gd name="connsiteY5" fmla="*/ 81467 h 162925"/>
                  <a:gd name="connsiteX6" fmla="*/ 81086 w 162106"/>
                  <a:gd name="connsiteY6" fmla="*/ 20860 h 162925"/>
                  <a:gd name="connsiteX7" fmla="*/ 141218 w 162106"/>
                  <a:gd name="connsiteY7" fmla="*/ 81467 h 162925"/>
                  <a:gd name="connsiteX8" fmla="*/ 81086 w 162106"/>
                  <a:gd name="connsiteY8" fmla="*/ 142075 h 162925"/>
                  <a:gd name="connsiteX9" fmla="*/ 20869 w 162106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06" h="162925">
                    <a:moveTo>
                      <a:pt x="0" y="81467"/>
                    </a:moveTo>
                    <a:cubicBezTo>
                      <a:pt x="0" y="126387"/>
                      <a:pt x="36367" y="162925"/>
                      <a:pt x="81096" y="162925"/>
                    </a:cubicBezTo>
                    <a:cubicBezTo>
                      <a:pt x="125759" y="162925"/>
                      <a:pt x="162106" y="126387"/>
                      <a:pt x="162106" y="81467"/>
                    </a:cubicBezTo>
                    <a:cubicBezTo>
                      <a:pt x="162106" y="36538"/>
                      <a:pt x="125768" y="0"/>
                      <a:pt x="81096" y="0"/>
                    </a:cubicBezTo>
                    <a:cubicBezTo>
                      <a:pt x="36367" y="0"/>
                      <a:pt x="0" y="36547"/>
                      <a:pt x="0" y="81467"/>
                    </a:cubicBezTo>
                    <a:close/>
                    <a:moveTo>
                      <a:pt x="20869" y="81467"/>
                    </a:moveTo>
                    <a:cubicBezTo>
                      <a:pt x="20869" y="48044"/>
                      <a:pt x="47873" y="20860"/>
                      <a:pt x="81086" y="20860"/>
                    </a:cubicBezTo>
                    <a:cubicBezTo>
                      <a:pt x="114243" y="20860"/>
                      <a:pt x="141218" y="48044"/>
                      <a:pt x="141218" y="81467"/>
                    </a:cubicBezTo>
                    <a:cubicBezTo>
                      <a:pt x="141218" y="114881"/>
                      <a:pt x="114243" y="142075"/>
                      <a:pt x="81086" y="142075"/>
                    </a:cubicBezTo>
                    <a:cubicBezTo>
                      <a:pt x="47873" y="142075"/>
                      <a:pt x="20869" y="114890"/>
                      <a:pt x="20869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77886EC-5A99-B742-B321-27C2711693AA}"/>
                  </a:ext>
                </a:extLst>
              </p:cNvPr>
              <p:cNvSpPr/>
              <p:nvPr/>
            </p:nvSpPr>
            <p:spPr>
              <a:xfrm>
                <a:off x="6857114" y="3325749"/>
                <a:ext cx="162143" cy="162925"/>
              </a:xfrm>
              <a:custGeom>
                <a:avLst/>
                <a:gdLst>
                  <a:gd name="connsiteX0" fmla="*/ 0 w 162143"/>
                  <a:gd name="connsiteY0" fmla="*/ 81467 h 162925"/>
                  <a:gd name="connsiteX1" fmla="*/ 81010 w 162143"/>
                  <a:gd name="connsiteY1" fmla="*/ 162925 h 162925"/>
                  <a:gd name="connsiteX2" fmla="*/ 162144 w 162143"/>
                  <a:gd name="connsiteY2" fmla="*/ 81467 h 162925"/>
                  <a:gd name="connsiteX3" fmla="*/ 81010 w 162143"/>
                  <a:gd name="connsiteY3" fmla="*/ 0 h 162925"/>
                  <a:gd name="connsiteX4" fmla="*/ 0 w 162143"/>
                  <a:gd name="connsiteY4" fmla="*/ 81467 h 162925"/>
                  <a:gd name="connsiteX5" fmla="*/ 20859 w 162143"/>
                  <a:gd name="connsiteY5" fmla="*/ 81467 h 162925"/>
                  <a:gd name="connsiteX6" fmla="*/ 81010 w 162143"/>
                  <a:gd name="connsiteY6" fmla="*/ 20860 h 162925"/>
                  <a:gd name="connsiteX7" fmla="*/ 141265 w 162143"/>
                  <a:gd name="connsiteY7" fmla="*/ 81467 h 162925"/>
                  <a:gd name="connsiteX8" fmla="*/ 81010 w 162143"/>
                  <a:gd name="connsiteY8" fmla="*/ 142075 h 162925"/>
                  <a:gd name="connsiteX9" fmla="*/ 20859 w 162143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3" h="162925">
                    <a:moveTo>
                      <a:pt x="0" y="81467"/>
                    </a:moveTo>
                    <a:cubicBezTo>
                      <a:pt x="0" y="126387"/>
                      <a:pt x="36338" y="162925"/>
                      <a:pt x="81010" y="162925"/>
                    </a:cubicBezTo>
                    <a:cubicBezTo>
                      <a:pt x="125758" y="162925"/>
                      <a:pt x="162144" y="126387"/>
                      <a:pt x="162144" y="81467"/>
                    </a:cubicBezTo>
                    <a:cubicBezTo>
                      <a:pt x="162144" y="36538"/>
                      <a:pt x="125768" y="0"/>
                      <a:pt x="81010" y="0"/>
                    </a:cubicBezTo>
                    <a:cubicBezTo>
                      <a:pt x="36347" y="0"/>
                      <a:pt x="0" y="36547"/>
                      <a:pt x="0" y="81467"/>
                    </a:cubicBezTo>
                    <a:close/>
                    <a:moveTo>
                      <a:pt x="20859" y="81467"/>
                    </a:moveTo>
                    <a:cubicBezTo>
                      <a:pt x="20859" y="48044"/>
                      <a:pt x="47853" y="20860"/>
                      <a:pt x="81010" y="20860"/>
                    </a:cubicBezTo>
                    <a:cubicBezTo>
                      <a:pt x="114252" y="20860"/>
                      <a:pt x="141265" y="48044"/>
                      <a:pt x="141265" y="81467"/>
                    </a:cubicBezTo>
                    <a:cubicBezTo>
                      <a:pt x="141265" y="114881"/>
                      <a:pt x="114252" y="142075"/>
                      <a:pt x="81010" y="142075"/>
                    </a:cubicBezTo>
                    <a:cubicBezTo>
                      <a:pt x="47853" y="142075"/>
                      <a:pt x="20859" y="114890"/>
                      <a:pt x="20859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7BF3955-99F6-734E-9DEF-68F5BD118D23}"/>
                  </a:ext>
                </a:extLst>
              </p:cNvPr>
              <p:cNvSpPr/>
              <p:nvPr/>
            </p:nvSpPr>
            <p:spPr>
              <a:xfrm>
                <a:off x="7272928" y="3325749"/>
                <a:ext cx="162124" cy="162925"/>
              </a:xfrm>
              <a:custGeom>
                <a:avLst/>
                <a:gdLst>
                  <a:gd name="connsiteX0" fmla="*/ 0 w 162124"/>
                  <a:gd name="connsiteY0" fmla="*/ 81467 h 162925"/>
                  <a:gd name="connsiteX1" fmla="*/ 81076 w 162124"/>
                  <a:gd name="connsiteY1" fmla="*/ 162925 h 162925"/>
                  <a:gd name="connsiteX2" fmla="*/ 162125 w 162124"/>
                  <a:gd name="connsiteY2" fmla="*/ 81467 h 162925"/>
                  <a:gd name="connsiteX3" fmla="*/ 81076 w 162124"/>
                  <a:gd name="connsiteY3" fmla="*/ 0 h 162925"/>
                  <a:gd name="connsiteX4" fmla="*/ 0 w 162124"/>
                  <a:gd name="connsiteY4" fmla="*/ 81467 h 162925"/>
                  <a:gd name="connsiteX5" fmla="*/ 20860 w 162124"/>
                  <a:gd name="connsiteY5" fmla="*/ 81467 h 162925"/>
                  <a:gd name="connsiteX6" fmla="*/ 81076 w 162124"/>
                  <a:gd name="connsiteY6" fmla="*/ 20860 h 162925"/>
                  <a:gd name="connsiteX7" fmla="*/ 141265 w 162124"/>
                  <a:gd name="connsiteY7" fmla="*/ 81467 h 162925"/>
                  <a:gd name="connsiteX8" fmla="*/ 81076 w 162124"/>
                  <a:gd name="connsiteY8" fmla="*/ 142075 h 162925"/>
                  <a:gd name="connsiteX9" fmla="*/ 20860 w 162124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24" h="162925">
                    <a:moveTo>
                      <a:pt x="0" y="81467"/>
                    </a:moveTo>
                    <a:cubicBezTo>
                      <a:pt x="0" y="126387"/>
                      <a:pt x="36376" y="162925"/>
                      <a:pt x="81076" y="162925"/>
                    </a:cubicBezTo>
                    <a:cubicBezTo>
                      <a:pt x="125778" y="162925"/>
                      <a:pt x="162125" y="126387"/>
                      <a:pt x="162125" y="81467"/>
                    </a:cubicBezTo>
                    <a:cubicBezTo>
                      <a:pt x="162125" y="36538"/>
                      <a:pt x="125787" y="0"/>
                      <a:pt x="81076" y="0"/>
                    </a:cubicBezTo>
                    <a:cubicBezTo>
                      <a:pt x="36386" y="0"/>
                      <a:pt x="0" y="36547"/>
                      <a:pt x="0" y="81467"/>
                    </a:cubicBezTo>
                    <a:close/>
                    <a:moveTo>
                      <a:pt x="20860" y="81467"/>
                    </a:moveTo>
                    <a:cubicBezTo>
                      <a:pt x="20860" y="48044"/>
                      <a:pt x="47892" y="20860"/>
                      <a:pt x="81076" y="20860"/>
                    </a:cubicBezTo>
                    <a:cubicBezTo>
                      <a:pt x="114272" y="20860"/>
                      <a:pt x="141265" y="48044"/>
                      <a:pt x="141265" y="81467"/>
                    </a:cubicBezTo>
                    <a:cubicBezTo>
                      <a:pt x="141265" y="114881"/>
                      <a:pt x="114272" y="142075"/>
                      <a:pt x="81076" y="142075"/>
                    </a:cubicBezTo>
                    <a:cubicBezTo>
                      <a:pt x="47892" y="142075"/>
                      <a:pt x="20860" y="114890"/>
                      <a:pt x="20860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FF5CC5FD-ADB1-2249-8E18-A79801E5FA13}"/>
                  </a:ext>
                </a:extLst>
              </p:cNvPr>
              <p:cNvSpPr/>
              <p:nvPr/>
            </p:nvSpPr>
            <p:spPr>
              <a:xfrm>
                <a:off x="7480830" y="3325749"/>
                <a:ext cx="162077" cy="162925"/>
              </a:xfrm>
              <a:custGeom>
                <a:avLst/>
                <a:gdLst>
                  <a:gd name="connsiteX0" fmla="*/ 0 w 162077"/>
                  <a:gd name="connsiteY0" fmla="*/ 81467 h 162925"/>
                  <a:gd name="connsiteX1" fmla="*/ 81096 w 162077"/>
                  <a:gd name="connsiteY1" fmla="*/ 162925 h 162925"/>
                  <a:gd name="connsiteX2" fmla="*/ 162078 w 162077"/>
                  <a:gd name="connsiteY2" fmla="*/ 81467 h 162925"/>
                  <a:gd name="connsiteX3" fmla="*/ 81096 w 162077"/>
                  <a:gd name="connsiteY3" fmla="*/ 0 h 162925"/>
                  <a:gd name="connsiteX4" fmla="*/ 0 w 162077"/>
                  <a:gd name="connsiteY4" fmla="*/ 81467 h 162925"/>
                  <a:gd name="connsiteX5" fmla="*/ 20870 w 162077"/>
                  <a:gd name="connsiteY5" fmla="*/ 81467 h 162925"/>
                  <a:gd name="connsiteX6" fmla="*/ 81086 w 162077"/>
                  <a:gd name="connsiteY6" fmla="*/ 20860 h 162925"/>
                  <a:gd name="connsiteX7" fmla="*/ 141208 w 162077"/>
                  <a:gd name="connsiteY7" fmla="*/ 81467 h 162925"/>
                  <a:gd name="connsiteX8" fmla="*/ 81086 w 162077"/>
                  <a:gd name="connsiteY8" fmla="*/ 142075 h 162925"/>
                  <a:gd name="connsiteX9" fmla="*/ 20870 w 162077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077" h="162925">
                    <a:moveTo>
                      <a:pt x="0" y="81467"/>
                    </a:moveTo>
                    <a:cubicBezTo>
                      <a:pt x="0" y="126387"/>
                      <a:pt x="36395" y="162925"/>
                      <a:pt x="81096" y="162925"/>
                    </a:cubicBezTo>
                    <a:cubicBezTo>
                      <a:pt x="125749" y="162925"/>
                      <a:pt x="162078" y="126387"/>
                      <a:pt x="162078" y="81467"/>
                    </a:cubicBezTo>
                    <a:cubicBezTo>
                      <a:pt x="162078" y="36538"/>
                      <a:pt x="125749" y="0"/>
                      <a:pt x="81096" y="0"/>
                    </a:cubicBezTo>
                    <a:cubicBezTo>
                      <a:pt x="36395" y="0"/>
                      <a:pt x="0" y="36547"/>
                      <a:pt x="0" y="81467"/>
                    </a:cubicBezTo>
                    <a:close/>
                    <a:moveTo>
                      <a:pt x="20870" y="81467"/>
                    </a:moveTo>
                    <a:cubicBezTo>
                      <a:pt x="20870" y="48044"/>
                      <a:pt x="47883" y="20860"/>
                      <a:pt x="81086" y="20860"/>
                    </a:cubicBezTo>
                    <a:cubicBezTo>
                      <a:pt x="114224" y="20860"/>
                      <a:pt x="141208" y="48044"/>
                      <a:pt x="141208" y="81467"/>
                    </a:cubicBezTo>
                    <a:cubicBezTo>
                      <a:pt x="141208" y="114881"/>
                      <a:pt x="114224" y="142075"/>
                      <a:pt x="81086" y="142075"/>
                    </a:cubicBezTo>
                    <a:cubicBezTo>
                      <a:pt x="47883" y="142075"/>
                      <a:pt x="20870" y="114890"/>
                      <a:pt x="20870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E08B955E-06C8-224A-9B0A-4C765F23A891}"/>
                  </a:ext>
                </a:extLst>
              </p:cNvPr>
              <p:cNvSpPr/>
              <p:nvPr/>
            </p:nvSpPr>
            <p:spPr>
              <a:xfrm>
                <a:off x="6350698" y="2787395"/>
                <a:ext cx="162172" cy="162934"/>
              </a:xfrm>
              <a:custGeom>
                <a:avLst/>
                <a:gdLst>
                  <a:gd name="connsiteX0" fmla="*/ 0 w 162172"/>
                  <a:gd name="connsiteY0" fmla="*/ 81448 h 162934"/>
                  <a:gd name="connsiteX1" fmla="*/ 81039 w 162172"/>
                  <a:gd name="connsiteY1" fmla="*/ 162935 h 162934"/>
                  <a:gd name="connsiteX2" fmla="*/ 162173 w 162172"/>
                  <a:gd name="connsiteY2" fmla="*/ 81448 h 162934"/>
                  <a:gd name="connsiteX3" fmla="*/ 81039 w 162172"/>
                  <a:gd name="connsiteY3" fmla="*/ 0 h 162934"/>
                  <a:gd name="connsiteX4" fmla="*/ 0 w 162172"/>
                  <a:gd name="connsiteY4" fmla="*/ 81448 h 162934"/>
                  <a:gd name="connsiteX5" fmla="*/ 20860 w 162172"/>
                  <a:gd name="connsiteY5" fmla="*/ 81448 h 162934"/>
                  <a:gd name="connsiteX6" fmla="*/ 81039 w 162172"/>
                  <a:gd name="connsiteY6" fmla="*/ 20860 h 162934"/>
                  <a:gd name="connsiteX7" fmla="*/ 141294 w 162172"/>
                  <a:gd name="connsiteY7" fmla="*/ 81448 h 162934"/>
                  <a:gd name="connsiteX8" fmla="*/ 81039 w 162172"/>
                  <a:gd name="connsiteY8" fmla="*/ 142075 h 162934"/>
                  <a:gd name="connsiteX9" fmla="*/ 20860 w 162172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72" h="162934">
                    <a:moveTo>
                      <a:pt x="0" y="81448"/>
                    </a:moveTo>
                    <a:cubicBezTo>
                      <a:pt x="0" y="126387"/>
                      <a:pt x="36376" y="162935"/>
                      <a:pt x="81039" y="162935"/>
                    </a:cubicBezTo>
                    <a:cubicBezTo>
                      <a:pt x="125787" y="162935"/>
                      <a:pt x="162173" y="126397"/>
                      <a:pt x="162173" y="81448"/>
                    </a:cubicBezTo>
                    <a:cubicBezTo>
                      <a:pt x="162173" y="36538"/>
                      <a:pt x="125797" y="0"/>
                      <a:pt x="81039" y="0"/>
                    </a:cubicBezTo>
                    <a:cubicBezTo>
                      <a:pt x="36386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44"/>
                      <a:pt x="47882" y="20860"/>
                      <a:pt x="81039" y="20860"/>
                    </a:cubicBezTo>
                    <a:cubicBezTo>
                      <a:pt x="114281" y="20860"/>
                      <a:pt x="141294" y="48044"/>
                      <a:pt x="141294" y="81448"/>
                    </a:cubicBezTo>
                    <a:cubicBezTo>
                      <a:pt x="141294" y="114871"/>
                      <a:pt x="114281" y="142075"/>
                      <a:pt x="81039" y="142075"/>
                    </a:cubicBezTo>
                    <a:cubicBezTo>
                      <a:pt x="47882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682237C-954C-0346-9A7F-342AB9C65595}"/>
                  </a:ext>
                </a:extLst>
              </p:cNvPr>
              <p:cNvSpPr/>
              <p:nvPr/>
            </p:nvSpPr>
            <p:spPr>
              <a:xfrm>
                <a:off x="6558600" y="2787395"/>
                <a:ext cx="161963" cy="162934"/>
              </a:xfrm>
              <a:custGeom>
                <a:avLst/>
                <a:gdLst>
                  <a:gd name="connsiteX0" fmla="*/ 0 w 161963"/>
                  <a:gd name="connsiteY0" fmla="*/ 81448 h 162934"/>
                  <a:gd name="connsiteX1" fmla="*/ 81048 w 161963"/>
                  <a:gd name="connsiteY1" fmla="*/ 162935 h 162934"/>
                  <a:gd name="connsiteX2" fmla="*/ 161963 w 161963"/>
                  <a:gd name="connsiteY2" fmla="*/ 81448 h 162934"/>
                  <a:gd name="connsiteX3" fmla="*/ 81048 w 161963"/>
                  <a:gd name="connsiteY3" fmla="*/ 0 h 162934"/>
                  <a:gd name="connsiteX4" fmla="*/ 0 w 161963"/>
                  <a:gd name="connsiteY4" fmla="*/ 81448 h 162934"/>
                  <a:gd name="connsiteX5" fmla="*/ 20869 w 161963"/>
                  <a:gd name="connsiteY5" fmla="*/ 81448 h 162934"/>
                  <a:gd name="connsiteX6" fmla="*/ 81048 w 161963"/>
                  <a:gd name="connsiteY6" fmla="*/ 20860 h 162934"/>
                  <a:gd name="connsiteX7" fmla="*/ 141094 w 161963"/>
                  <a:gd name="connsiteY7" fmla="*/ 81448 h 162934"/>
                  <a:gd name="connsiteX8" fmla="*/ 81048 w 161963"/>
                  <a:gd name="connsiteY8" fmla="*/ 142075 h 162934"/>
                  <a:gd name="connsiteX9" fmla="*/ 20869 w 161963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63" h="162934">
                    <a:moveTo>
                      <a:pt x="0" y="81448"/>
                    </a:moveTo>
                    <a:cubicBezTo>
                      <a:pt x="0" y="126387"/>
                      <a:pt x="36376" y="162935"/>
                      <a:pt x="81048" y="162935"/>
                    </a:cubicBezTo>
                    <a:cubicBezTo>
                      <a:pt x="125682" y="162935"/>
                      <a:pt x="161963" y="126397"/>
                      <a:pt x="161963" y="81448"/>
                    </a:cubicBezTo>
                    <a:cubicBezTo>
                      <a:pt x="161963" y="36538"/>
                      <a:pt x="125673" y="0"/>
                      <a:pt x="81048" y="0"/>
                    </a:cubicBezTo>
                    <a:cubicBezTo>
                      <a:pt x="36386" y="0"/>
                      <a:pt x="0" y="36547"/>
                      <a:pt x="0" y="81448"/>
                    </a:cubicBezTo>
                    <a:close/>
                    <a:moveTo>
                      <a:pt x="20869" y="81448"/>
                    </a:moveTo>
                    <a:cubicBezTo>
                      <a:pt x="20869" y="48044"/>
                      <a:pt x="47892" y="20860"/>
                      <a:pt x="81048" y="20860"/>
                    </a:cubicBezTo>
                    <a:cubicBezTo>
                      <a:pt x="114167" y="20860"/>
                      <a:pt x="141094" y="48044"/>
                      <a:pt x="141094" y="81448"/>
                    </a:cubicBezTo>
                    <a:cubicBezTo>
                      <a:pt x="141094" y="114871"/>
                      <a:pt x="114167" y="142075"/>
                      <a:pt x="81048" y="142075"/>
                    </a:cubicBezTo>
                    <a:cubicBezTo>
                      <a:pt x="47892" y="142075"/>
                      <a:pt x="20869" y="114871"/>
                      <a:pt x="20869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1EEE072-EB35-9541-B293-6FF6EAE8CD2C}"/>
                  </a:ext>
                </a:extLst>
              </p:cNvPr>
              <p:cNvSpPr/>
              <p:nvPr/>
            </p:nvSpPr>
            <p:spPr>
              <a:xfrm>
                <a:off x="6766502" y="2787395"/>
                <a:ext cx="161972" cy="162934"/>
              </a:xfrm>
              <a:custGeom>
                <a:avLst/>
                <a:gdLst>
                  <a:gd name="connsiteX0" fmla="*/ 0 w 161972"/>
                  <a:gd name="connsiteY0" fmla="*/ 81448 h 162934"/>
                  <a:gd name="connsiteX1" fmla="*/ 80915 w 161972"/>
                  <a:gd name="connsiteY1" fmla="*/ 162935 h 162934"/>
                  <a:gd name="connsiteX2" fmla="*/ 161972 w 161972"/>
                  <a:gd name="connsiteY2" fmla="*/ 81448 h 162934"/>
                  <a:gd name="connsiteX3" fmla="*/ 80915 w 161972"/>
                  <a:gd name="connsiteY3" fmla="*/ 0 h 162934"/>
                  <a:gd name="connsiteX4" fmla="*/ 0 w 161972"/>
                  <a:gd name="connsiteY4" fmla="*/ 81448 h 162934"/>
                  <a:gd name="connsiteX5" fmla="*/ 20869 w 161972"/>
                  <a:gd name="connsiteY5" fmla="*/ 81448 h 162934"/>
                  <a:gd name="connsiteX6" fmla="*/ 80915 w 161972"/>
                  <a:gd name="connsiteY6" fmla="*/ 20860 h 162934"/>
                  <a:gd name="connsiteX7" fmla="*/ 141103 w 161972"/>
                  <a:gd name="connsiteY7" fmla="*/ 81448 h 162934"/>
                  <a:gd name="connsiteX8" fmla="*/ 80915 w 161972"/>
                  <a:gd name="connsiteY8" fmla="*/ 142075 h 162934"/>
                  <a:gd name="connsiteX9" fmla="*/ 20869 w 161972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72" h="162934">
                    <a:moveTo>
                      <a:pt x="0" y="81448"/>
                    </a:moveTo>
                    <a:cubicBezTo>
                      <a:pt x="0" y="126387"/>
                      <a:pt x="36309" y="162935"/>
                      <a:pt x="80915" y="162935"/>
                    </a:cubicBezTo>
                    <a:cubicBezTo>
                      <a:pt x="125625" y="162935"/>
                      <a:pt x="161972" y="126397"/>
                      <a:pt x="161972" y="81448"/>
                    </a:cubicBezTo>
                    <a:cubicBezTo>
                      <a:pt x="161972" y="36538"/>
                      <a:pt x="125635" y="0"/>
                      <a:pt x="80915" y="0"/>
                    </a:cubicBezTo>
                    <a:cubicBezTo>
                      <a:pt x="36309" y="0"/>
                      <a:pt x="0" y="36547"/>
                      <a:pt x="0" y="81448"/>
                    </a:cubicBezTo>
                    <a:close/>
                    <a:moveTo>
                      <a:pt x="20869" y="81448"/>
                    </a:moveTo>
                    <a:cubicBezTo>
                      <a:pt x="20869" y="48044"/>
                      <a:pt x="47815" y="20860"/>
                      <a:pt x="80915" y="20860"/>
                    </a:cubicBezTo>
                    <a:cubicBezTo>
                      <a:pt x="114119" y="20860"/>
                      <a:pt x="141103" y="48044"/>
                      <a:pt x="141103" y="81448"/>
                    </a:cubicBezTo>
                    <a:cubicBezTo>
                      <a:pt x="141103" y="114871"/>
                      <a:pt x="114119" y="142075"/>
                      <a:pt x="80915" y="142075"/>
                    </a:cubicBezTo>
                    <a:cubicBezTo>
                      <a:pt x="47815" y="142075"/>
                      <a:pt x="20869" y="114871"/>
                      <a:pt x="20869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BD454A1D-FCED-E046-A332-39F975479790}"/>
                  </a:ext>
                </a:extLst>
              </p:cNvPr>
              <p:cNvSpPr/>
              <p:nvPr/>
            </p:nvSpPr>
            <p:spPr>
              <a:xfrm>
                <a:off x="7182126" y="2787395"/>
                <a:ext cx="162115" cy="162934"/>
              </a:xfrm>
              <a:custGeom>
                <a:avLst/>
                <a:gdLst>
                  <a:gd name="connsiteX0" fmla="*/ 0 w 162115"/>
                  <a:gd name="connsiteY0" fmla="*/ 81448 h 162934"/>
                  <a:gd name="connsiteX1" fmla="*/ 81106 w 162115"/>
                  <a:gd name="connsiteY1" fmla="*/ 162935 h 162934"/>
                  <a:gd name="connsiteX2" fmla="*/ 162116 w 162115"/>
                  <a:gd name="connsiteY2" fmla="*/ 81448 h 162934"/>
                  <a:gd name="connsiteX3" fmla="*/ 81106 w 162115"/>
                  <a:gd name="connsiteY3" fmla="*/ 0 h 162934"/>
                  <a:gd name="connsiteX4" fmla="*/ 0 w 162115"/>
                  <a:gd name="connsiteY4" fmla="*/ 81448 h 162934"/>
                  <a:gd name="connsiteX5" fmla="*/ 20860 w 162115"/>
                  <a:gd name="connsiteY5" fmla="*/ 81448 h 162934"/>
                  <a:gd name="connsiteX6" fmla="*/ 81106 w 162115"/>
                  <a:gd name="connsiteY6" fmla="*/ 20860 h 162934"/>
                  <a:gd name="connsiteX7" fmla="*/ 141256 w 162115"/>
                  <a:gd name="connsiteY7" fmla="*/ 81448 h 162934"/>
                  <a:gd name="connsiteX8" fmla="*/ 81106 w 162115"/>
                  <a:gd name="connsiteY8" fmla="*/ 142075 h 162934"/>
                  <a:gd name="connsiteX9" fmla="*/ 20860 w 162115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15" h="162934">
                    <a:moveTo>
                      <a:pt x="0" y="81448"/>
                    </a:moveTo>
                    <a:cubicBezTo>
                      <a:pt x="0" y="126387"/>
                      <a:pt x="36386" y="162935"/>
                      <a:pt x="81106" y="162935"/>
                    </a:cubicBezTo>
                    <a:cubicBezTo>
                      <a:pt x="125768" y="162935"/>
                      <a:pt x="162116" y="126397"/>
                      <a:pt x="162116" y="81448"/>
                    </a:cubicBezTo>
                    <a:cubicBezTo>
                      <a:pt x="162116" y="36538"/>
                      <a:pt x="125778" y="0"/>
                      <a:pt x="81106" y="0"/>
                    </a:cubicBezTo>
                    <a:cubicBezTo>
                      <a:pt x="36395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44"/>
                      <a:pt x="47911" y="20860"/>
                      <a:pt x="81106" y="20860"/>
                    </a:cubicBezTo>
                    <a:cubicBezTo>
                      <a:pt x="114262" y="20860"/>
                      <a:pt x="141256" y="48044"/>
                      <a:pt x="141256" y="81448"/>
                    </a:cubicBezTo>
                    <a:cubicBezTo>
                      <a:pt x="141256" y="114871"/>
                      <a:pt x="114262" y="142075"/>
                      <a:pt x="81106" y="142075"/>
                    </a:cubicBezTo>
                    <a:cubicBezTo>
                      <a:pt x="47911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FB6A820-3EEB-7D4B-8F9F-BB9075D07DF5}"/>
                  </a:ext>
                </a:extLst>
              </p:cNvPr>
              <p:cNvSpPr/>
              <p:nvPr/>
            </p:nvSpPr>
            <p:spPr>
              <a:xfrm>
                <a:off x="7390094" y="2787395"/>
                <a:ext cx="162087" cy="162934"/>
              </a:xfrm>
              <a:custGeom>
                <a:avLst/>
                <a:gdLst>
                  <a:gd name="connsiteX0" fmla="*/ 0 w 162087"/>
                  <a:gd name="connsiteY0" fmla="*/ 81448 h 162934"/>
                  <a:gd name="connsiteX1" fmla="*/ 80982 w 162087"/>
                  <a:gd name="connsiteY1" fmla="*/ 162935 h 162934"/>
                  <a:gd name="connsiteX2" fmla="*/ 162087 w 162087"/>
                  <a:gd name="connsiteY2" fmla="*/ 81448 h 162934"/>
                  <a:gd name="connsiteX3" fmla="*/ 80982 w 162087"/>
                  <a:gd name="connsiteY3" fmla="*/ 0 h 162934"/>
                  <a:gd name="connsiteX4" fmla="*/ 0 w 162087"/>
                  <a:gd name="connsiteY4" fmla="*/ 81448 h 162934"/>
                  <a:gd name="connsiteX5" fmla="*/ 20860 w 162087"/>
                  <a:gd name="connsiteY5" fmla="*/ 81448 h 162934"/>
                  <a:gd name="connsiteX6" fmla="*/ 80982 w 162087"/>
                  <a:gd name="connsiteY6" fmla="*/ 20860 h 162934"/>
                  <a:gd name="connsiteX7" fmla="*/ 141227 w 162087"/>
                  <a:gd name="connsiteY7" fmla="*/ 81448 h 162934"/>
                  <a:gd name="connsiteX8" fmla="*/ 80982 w 162087"/>
                  <a:gd name="connsiteY8" fmla="*/ 142075 h 162934"/>
                  <a:gd name="connsiteX9" fmla="*/ 20860 w 162087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087" h="162934">
                    <a:moveTo>
                      <a:pt x="0" y="81448"/>
                    </a:moveTo>
                    <a:cubicBezTo>
                      <a:pt x="0" y="126387"/>
                      <a:pt x="36309" y="162935"/>
                      <a:pt x="80982" y="162935"/>
                    </a:cubicBezTo>
                    <a:cubicBezTo>
                      <a:pt x="125711" y="162935"/>
                      <a:pt x="162087" y="126397"/>
                      <a:pt x="162087" y="81448"/>
                    </a:cubicBezTo>
                    <a:cubicBezTo>
                      <a:pt x="162087" y="36538"/>
                      <a:pt x="125721" y="0"/>
                      <a:pt x="80982" y="0"/>
                    </a:cubicBezTo>
                    <a:cubicBezTo>
                      <a:pt x="36319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44"/>
                      <a:pt x="47816" y="20860"/>
                      <a:pt x="80982" y="20860"/>
                    </a:cubicBezTo>
                    <a:cubicBezTo>
                      <a:pt x="114205" y="20860"/>
                      <a:pt x="141227" y="48044"/>
                      <a:pt x="141227" y="81448"/>
                    </a:cubicBezTo>
                    <a:cubicBezTo>
                      <a:pt x="141227" y="114871"/>
                      <a:pt x="114205" y="142075"/>
                      <a:pt x="80982" y="142075"/>
                    </a:cubicBezTo>
                    <a:cubicBezTo>
                      <a:pt x="47816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01FE6F9E-1DB0-D24E-872C-52E4ED403F4D}"/>
                  </a:ext>
                </a:extLst>
              </p:cNvPr>
              <p:cNvSpPr/>
              <p:nvPr/>
            </p:nvSpPr>
            <p:spPr>
              <a:xfrm>
                <a:off x="7597930" y="2787395"/>
                <a:ext cx="162172" cy="162934"/>
              </a:xfrm>
              <a:custGeom>
                <a:avLst/>
                <a:gdLst>
                  <a:gd name="connsiteX0" fmla="*/ 0 w 162172"/>
                  <a:gd name="connsiteY0" fmla="*/ 81448 h 162934"/>
                  <a:gd name="connsiteX1" fmla="*/ 81125 w 162172"/>
                  <a:gd name="connsiteY1" fmla="*/ 162935 h 162934"/>
                  <a:gd name="connsiteX2" fmla="*/ 162173 w 162172"/>
                  <a:gd name="connsiteY2" fmla="*/ 81448 h 162934"/>
                  <a:gd name="connsiteX3" fmla="*/ 81125 w 162172"/>
                  <a:gd name="connsiteY3" fmla="*/ 0 h 162934"/>
                  <a:gd name="connsiteX4" fmla="*/ 0 w 162172"/>
                  <a:gd name="connsiteY4" fmla="*/ 81448 h 162934"/>
                  <a:gd name="connsiteX5" fmla="*/ 20870 w 162172"/>
                  <a:gd name="connsiteY5" fmla="*/ 81448 h 162934"/>
                  <a:gd name="connsiteX6" fmla="*/ 81115 w 162172"/>
                  <a:gd name="connsiteY6" fmla="*/ 20860 h 162934"/>
                  <a:gd name="connsiteX7" fmla="*/ 141304 w 162172"/>
                  <a:gd name="connsiteY7" fmla="*/ 81448 h 162934"/>
                  <a:gd name="connsiteX8" fmla="*/ 81115 w 162172"/>
                  <a:gd name="connsiteY8" fmla="*/ 142075 h 162934"/>
                  <a:gd name="connsiteX9" fmla="*/ 20870 w 162172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72" h="162934">
                    <a:moveTo>
                      <a:pt x="0" y="81448"/>
                    </a:moveTo>
                    <a:cubicBezTo>
                      <a:pt x="0" y="126387"/>
                      <a:pt x="36386" y="162935"/>
                      <a:pt x="81125" y="162935"/>
                    </a:cubicBezTo>
                    <a:cubicBezTo>
                      <a:pt x="125825" y="162935"/>
                      <a:pt x="162173" y="126397"/>
                      <a:pt x="162173" y="81448"/>
                    </a:cubicBezTo>
                    <a:cubicBezTo>
                      <a:pt x="162173" y="36538"/>
                      <a:pt x="125835" y="0"/>
                      <a:pt x="81125" y="0"/>
                    </a:cubicBezTo>
                    <a:cubicBezTo>
                      <a:pt x="36386" y="0"/>
                      <a:pt x="0" y="36547"/>
                      <a:pt x="0" y="81448"/>
                    </a:cubicBezTo>
                    <a:close/>
                    <a:moveTo>
                      <a:pt x="20870" y="81448"/>
                    </a:moveTo>
                    <a:cubicBezTo>
                      <a:pt x="20870" y="48044"/>
                      <a:pt x="47911" y="20860"/>
                      <a:pt x="81115" y="20860"/>
                    </a:cubicBezTo>
                    <a:cubicBezTo>
                      <a:pt x="114310" y="20860"/>
                      <a:pt x="141304" y="48044"/>
                      <a:pt x="141304" y="81448"/>
                    </a:cubicBezTo>
                    <a:cubicBezTo>
                      <a:pt x="141304" y="114871"/>
                      <a:pt x="114310" y="142075"/>
                      <a:pt x="81115" y="142075"/>
                    </a:cubicBezTo>
                    <a:cubicBezTo>
                      <a:pt x="47911" y="142075"/>
                      <a:pt x="20870" y="114871"/>
                      <a:pt x="2087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D6DE7B8F-FAE9-934E-AF62-638A68F051EA}"/>
                  </a:ext>
                </a:extLst>
              </p:cNvPr>
              <p:cNvSpPr/>
              <p:nvPr/>
            </p:nvSpPr>
            <p:spPr>
              <a:xfrm>
                <a:off x="6250590" y="2966389"/>
                <a:ext cx="162105" cy="162934"/>
              </a:xfrm>
              <a:custGeom>
                <a:avLst/>
                <a:gdLst>
                  <a:gd name="connsiteX0" fmla="*/ 23679 w 162105"/>
                  <a:gd name="connsiteY0" fmla="*/ 23946 h 162934"/>
                  <a:gd name="connsiteX1" fmla="*/ 0 w 162105"/>
                  <a:gd name="connsiteY1" fmla="*/ 81467 h 162934"/>
                  <a:gd name="connsiteX2" fmla="*/ 81010 w 162105"/>
                  <a:gd name="connsiteY2" fmla="*/ 162935 h 162934"/>
                  <a:gd name="connsiteX3" fmla="*/ 162106 w 162105"/>
                  <a:gd name="connsiteY3" fmla="*/ 81467 h 162934"/>
                  <a:gd name="connsiteX4" fmla="*/ 138341 w 162105"/>
                  <a:gd name="connsiteY4" fmla="*/ 23927 h 162934"/>
                  <a:gd name="connsiteX5" fmla="*/ 81010 w 162105"/>
                  <a:gd name="connsiteY5" fmla="*/ 0 h 162934"/>
                  <a:gd name="connsiteX6" fmla="*/ 23679 w 162105"/>
                  <a:gd name="connsiteY6" fmla="*/ 23946 h 162934"/>
                  <a:gd name="connsiteX7" fmla="*/ 20869 w 162105"/>
                  <a:gd name="connsiteY7" fmla="*/ 81467 h 162934"/>
                  <a:gd name="connsiteX8" fmla="*/ 38500 w 162105"/>
                  <a:gd name="connsiteY8" fmla="*/ 38624 h 162934"/>
                  <a:gd name="connsiteX9" fmla="*/ 81010 w 162105"/>
                  <a:gd name="connsiteY9" fmla="*/ 20869 h 162934"/>
                  <a:gd name="connsiteX10" fmla="*/ 123558 w 162105"/>
                  <a:gd name="connsiteY10" fmla="*/ 38643 h 162934"/>
                  <a:gd name="connsiteX11" fmla="*/ 141227 w 162105"/>
                  <a:gd name="connsiteY11" fmla="*/ 81467 h 162934"/>
                  <a:gd name="connsiteX12" fmla="*/ 81010 w 162105"/>
                  <a:gd name="connsiteY12" fmla="*/ 142075 h 162934"/>
                  <a:gd name="connsiteX13" fmla="*/ 20869 w 162105"/>
                  <a:gd name="connsiteY13" fmla="*/ 8146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05" h="162934">
                    <a:moveTo>
                      <a:pt x="23679" y="23946"/>
                    </a:moveTo>
                    <a:cubicBezTo>
                      <a:pt x="8411" y="39329"/>
                      <a:pt x="0" y="59750"/>
                      <a:pt x="0" y="81467"/>
                    </a:cubicBezTo>
                    <a:cubicBezTo>
                      <a:pt x="0" y="126387"/>
                      <a:pt x="36338" y="162935"/>
                      <a:pt x="81010" y="162935"/>
                    </a:cubicBezTo>
                    <a:cubicBezTo>
                      <a:pt x="125720" y="162935"/>
                      <a:pt x="162106" y="126387"/>
                      <a:pt x="162106" y="81467"/>
                    </a:cubicBezTo>
                    <a:cubicBezTo>
                      <a:pt x="162106" y="59769"/>
                      <a:pt x="153686" y="39338"/>
                      <a:pt x="138341" y="23927"/>
                    </a:cubicBezTo>
                    <a:cubicBezTo>
                      <a:pt x="123006" y="8496"/>
                      <a:pt x="102641" y="0"/>
                      <a:pt x="81010" y="0"/>
                    </a:cubicBezTo>
                    <a:cubicBezTo>
                      <a:pt x="59331" y="10"/>
                      <a:pt x="38957" y="8506"/>
                      <a:pt x="23679" y="23946"/>
                    </a:cubicBezTo>
                    <a:close/>
                    <a:moveTo>
                      <a:pt x="20869" y="81467"/>
                    </a:moveTo>
                    <a:cubicBezTo>
                      <a:pt x="20869" y="65303"/>
                      <a:pt x="27118" y="50073"/>
                      <a:pt x="38500" y="38624"/>
                    </a:cubicBezTo>
                    <a:cubicBezTo>
                      <a:pt x="49835" y="27165"/>
                      <a:pt x="64941" y="20869"/>
                      <a:pt x="81010" y="20869"/>
                    </a:cubicBezTo>
                    <a:cubicBezTo>
                      <a:pt x="97031" y="20869"/>
                      <a:pt x="112157" y="27184"/>
                      <a:pt x="123558" y="38643"/>
                    </a:cubicBezTo>
                    <a:cubicBezTo>
                      <a:pt x="134950" y="50111"/>
                      <a:pt x="141227" y="65322"/>
                      <a:pt x="141227" y="81467"/>
                    </a:cubicBezTo>
                    <a:cubicBezTo>
                      <a:pt x="141227" y="114890"/>
                      <a:pt x="114214" y="142075"/>
                      <a:pt x="81010" y="142075"/>
                    </a:cubicBezTo>
                    <a:cubicBezTo>
                      <a:pt x="47844" y="142075"/>
                      <a:pt x="20869" y="114890"/>
                      <a:pt x="20869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85D939A-0C16-844E-ADB6-1399CDA511B3}"/>
                  </a:ext>
                </a:extLst>
              </p:cNvPr>
              <p:cNvSpPr/>
              <p:nvPr/>
            </p:nvSpPr>
            <p:spPr>
              <a:xfrm>
                <a:off x="6458435" y="2966408"/>
                <a:ext cx="161925" cy="162925"/>
              </a:xfrm>
              <a:custGeom>
                <a:avLst/>
                <a:gdLst>
                  <a:gd name="connsiteX0" fmla="*/ 23689 w 161925"/>
                  <a:gd name="connsiteY0" fmla="*/ 23917 h 162925"/>
                  <a:gd name="connsiteX1" fmla="*/ 0 w 161925"/>
                  <a:gd name="connsiteY1" fmla="*/ 81458 h 162925"/>
                  <a:gd name="connsiteX2" fmla="*/ 81106 w 161925"/>
                  <a:gd name="connsiteY2" fmla="*/ 162925 h 162925"/>
                  <a:gd name="connsiteX3" fmla="*/ 161925 w 161925"/>
                  <a:gd name="connsiteY3" fmla="*/ 81458 h 162925"/>
                  <a:gd name="connsiteX4" fmla="*/ 138312 w 161925"/>
                  <a:gd name="connsiteY4" fmla="*/ 23936 h 162925"/>
                  <a:gd name="connsiteX5" fmla="*/ 81096 w 161925"/>
                  <a:gd name="connsiteY5" fmla="*/ 0 h 162925"/>
                  <a:gd name="connsiteX6" fmla="*/ 23689 w 161925"/>
                  <a:gd name="connsiteY6" fmla="*/ 23917 h 162925"/>
                  <a:gd name="connsiteX7" fmla="*/ 20850 w 161925"/>
                  <a:gd name="connsiteY7" fmla="*/ 81448 h 162925"/>
                  <a:gd name="connsiteX8" fmla="*/ 38510 w 161925"/>
                  <a:gd name="connsiteY8" fmla="*/ 38624 h 162925"/>
                  <a:gd name="connsiteX9" fmla="*/ 81106 w 161925"/>
                  <a:gd name="connsiteY9" fmla="*/ 20850 h 162925"/>
                  <a:gd name="connsiteX10" fmla="*/ 123473 w 161925"/>
                  <a:gd name="connsiteY10" fmla="*/ 38605 h 162925"/>
                  <a:gd name="connsiteX11" fmla="*/ 141065 w 161925"/>
                  <a:gd name="connsiteY11" fmla="*/ 81448 h 162925"/>
                  <a:gd name="connsiteX12" fmla="*/ 81106 w 161925"/>
                  <a:gd name="connsiteY12" fmla="*/ 142056 h 162925"/>
                  <a:gd name="connsiteX13" fmla="*/ 20850 w 161925"/>
                  <a:gd name="connsiteY13" fmla="*/ 81448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1925" h="162925">
                    <a:moveTo>
                      <a:pt x="23689" y="23917"/>
                    </a:moveTo>
                    <a:cubicBezTo>
                      <a:pt x="8411" y="39310"/>
                      <a:pt x="0" y="59741"/>
                      <a:pt x="0" y="81458"/>
                    </a:cubicBezTo>
                    <a:cubicBezTo>
                      <a:pt x="0" y="126378"/>
                      <a:pt x="36386" y="162925"/>
                      <a:pt x="81106" y="162925"/>
                    </a:cubicBezTo>
                    <a:cubicBezTo>
                      <a:pt x="125682" y="162925"/>
                      <a:pt x="161925" y="126378"/>
                      <a:pt x="161925" y="81458"/>
                    </a:cubicBezTo>
                    <a:cubicBezTo>
                      <a:pt x="161925" y="59760"/>
                      <a:pt x="153534" y="39329"/>
                      <a:pt x="138312" y="23936"/>
                    </a:cubicBezTo>
                    <a:cubicBezTo>
                      <a:pt x="123034" y="8506"/>
                      <a:pt x="102708" y="0"/>
                      <a:pt x="81096" y="0"/>
                    </a:cubicBezTo>
                    <a:cubicBezTo>
                      <a:pt x="59407" y="-9"/>
                      <a:pt x="39033" y="8487"/>
                      <a:pt x="23689" y="23917"/>
                    </a:cubicBezTo>
                    <a:close/>
                    <a:moveTo>
                      <a:pt x="20850" y="81448"/>
                    </a:moveTo>
                    <a:cubicBezTo>
                      <a:pt x="20850" y="65284"/>
                      <a:pt x="27146" y="50073"/>
                      <a:pt x="38510" y="38624"/>
                    </a:cubicBezTo>
                    <a:cubicBezTo>
                      <a:pt x="49882" y="27146"/>
                      <a:pt x="65037" y="20850"/>
                      <a:pt x="81106" y="20850"/>
                    </a:cubicBezTo>
                    <a:cubicBezTo>
                      <a:pt x="97098" y="20850"/>
                      <a:pt x="112148" y="27146"/>
                      <a:pt x="123473" y="38605"/>
                    </a:cubicBezTo>
                    <a:cubicBezTo>
                      <a:pt x="134798" y="50073"/>
                      <a:pt x="141065" y="65284"/>
                      <a:pt x="141065" y="81448"/>
                    </a:cubicBezTo>
                    <a:cubicBezTo>
                      <a:pt x="141065" y="114871"/>
                      <a:pt x="114176" y="142056"/>
                      <a:pt x="81106" y="142056"/>
                    </a:cubicBezTo>
                    <a:cubicBezTo>
                      <a:pt x="47901" y="142056"/>
                      <a:pt x="20850" y="114871"/>
                      <a:pt x="2085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7EE11C6F-CDD7-234E-BC61-F7C0D6C1E595}"/>
                  </a:ext>
                </a:extLst>
              </p:cNvPr>
              <p:cNvSpPr/>
              <p:nvPr/>
            </p:nvSpPr>
            <p:spPr>
              <a:xfrm>
                <a:off x="6666404" y="2966399"/>
                <a:ext cx="161858" cy="162924"/>
              </a:xfrm>
              <a:custGeom>
                <a:avLst/>
                <a:gdLst>
                  <a:gd name="connsiteX0" fmla="*/ 23613 w 161858"/>
                  <a:gd name="connsiteY0" fmla="*/ 23936 h 162924"/>
                  <a:gd name="connsiteX1" fmla="*/ 0 w 161858"/>
                  <a:gd name="connsiteY1" fmla="*/ 81458 h 162924"/>
                  <a:gd name="connsiteX2" fmla="*/ 80810 w 161858"/>
                  <a:gd name="connsiteY2" fmla="*/ 162925 h 162924"/>
                  <a:gd name="connsiteX3" fmla="*/ 161858 w 161858"/>
                  <a:gd name="connsiteY3" fmla="*/ 81458 h 162924"/>
                  <a:gd name="connsiteX4" fmla="*/ 80810 w 161858"/>
                  <a:gd name="connsiteY4" fmla="*/ 0 h 162924"/>
                  <a:gd name="connsiteX5" fmla="*/ 23613 w 161858"/>
                  <a:gd name="connsiteY5" fmla="*/ 23936 h 162924"/>
                  <a:gd name="connsiteX6" fmla="*/ 20850 w 161858"/>
                  <a:gd name="connsiteY6" fmla="*/ 81458 h 162924"/>
                  <a:gd name="connsiteX7" fmla="*/ 38452 w 161858"/>
                  <a:gd name="connsiteY7" fmla="*/ 38614 h 162924"/>
                  <a:gd name="connsiteX8" fmla="*/ 80810 w 161858"/>
                  <a:gd name="connsiteY8" fmla="*/ 20859 h 162924"/>
                  <a:gd name="connsiteX9" fmla="*/ 140998 w 161858"/>
                  <a:gd name="connsiteY9" fmla="*/ 81458 h 162924"/>
                  <a:gd name="connsiteX10" fmla="*/ 80810 w 161858"/>
                  <a:gd name="connsiteY10" fmla="*/ 142065 h 162924"/>
                  <a:gd name="connsiteX11" fmla="*/ 20850 w 161858"/>
                  <a:gd name="connsiteY11" fmla="*/ 81458 h 16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1858" h="162924">
                    <a:moveTo>
                      <a:pt x="23613" y="23936"/>
                    </a:moveTo>
                    <a:cubicBezTo>
                      <a:pt x="8382" y="39329"/>
                      <a:pt x="0" y="59760"/>
                      <a:pt x="0" y="81458"/>
                    </a:cubicBezTo>
                    <a:cubicBezTo>
                      <a:pt x="0" y="126377"/>
                      <a:pt x="36252" y="162925"/>
                      <a:pt x="80810" y="162925"/>
                    </a:cubicBezTo>
                    <a:cubicBezTo>
                      <a:pt x="125511" y="162925"/>
                      <a:pt x="161858" y="126377"/>
                      <a:pt x="161858" y="81458"/>
                    </a:cubicBezTo>
                    <a:cubicBezTo>
                      <a:pt x="161858" y="36547"/>
                      <a:pt x="125520" y="0"/>
                      <a:pt x="80810" y="0"/>
                    </a:cubicBezTo>
                    <a:cubicBezTo>
                      <a:pt x="59207" y="0"/>
                      <a:pt x="38919" y="8506"/>
                      <a:pt x="23613" y="23936"/>
                    </a:cubicBezTo>
                    <a:close/>
                    <a:moveTo>
                      <a:pt x="20850" y="81458"/>
                    </a:moveTo>
                    <a:cubicBezTo>
                      <a:pt x="20850" y="65294"/>
                      <a:pt x="27118" y="50082"/>
                      <a:pt x="38452" y="38614"/>
                    </a:cubicBezTo>
                    <a:cubicBezTo>
                      <a:pt x="49768" y="27156"/>
                      <a:pt x="64836" y="20859"/>
                      <a:pt x="80810" y="20859"/>
                    </a:cubicBezTo>
                    <a:cubicBezTo>
                      <a:pt x="114005" y="20859"/>
                      <a:pt x="140998" y="48035"/>
                      <a:pt x="140998" y="81458"/>
                    </a:cubicBezTo>
                    <a:cubicBezTo>
                      <a:pt x="140998" y="114881"/>
                      <a:pt x="114005" y="142065"/>
                      <a:pt x="80810" y="142065"/>
                    </a:cubicBezTo>
                    <a:cubicBezTo>
                      <a:pt x="47749" y="142065"/>
                      <a:pt x="20850" y="114881"/>
                      <a:pt x="2085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525EC33B-3D30-8949-AB1C-09349E069358}"/>
                  </a:ext>
                </a:extLst>
              </p:cNvPr>
              <p:cNvSpPr/>
              <p:nvPr/>
            </p:nvSpPr>
            <p:spPr>
              <a:xfrm>
                <a:off x="6874249" y="2966399"/>
                <a:ext cx="161925" cy="162924"/>
              </a:xfrm>
              <a:custGeom>
                <a:avLst/>
                <a:gdLst>
                  <a:gd name="connsiteX0" fmla="*/ 23660 w 161925"/>
                  <a:gd name="connsiteY0" fmla="*/ 23936 h 162924"/>
                  <a:gd name="connsiteX1" fmla="*/ 0 w 161925"/>
                  <a:gd name="connsiteY1" fmla="*/ 81458 h 162924"/>
                  <a:gd name="connsiteX2" fmla="*/ 80906 w 161925"/>
                  <a:gd name="connsiteY2" fmla="*/ 162925 h 162924"/>
                  <a:gd name="connsiteX3" fmla="*/ 161925 w 161925"/>
                  <a:gd name="connsiteY3" fmla="*/ 81458 h 162924"/>
                  <a:gd name="connsiteX4" fmla="*/ 138274 w 161925"/>
                  <a:gd name="connsiteY4" fmla="*/ 23936 h 162924"/>
                  <a:gd name="connsiteX5" fmla="*/ 80915 w 161925"/>
                  <a:gd name="connsiteY5" fmla="*/ 0 h 162924"/>
                  <a:gd name="connsiteX6" fmla="*/ 23660 w 161925"/>
                  <a:gd name="connsiteY6" fmla="*/ 23936 h 162924"/>
                  <a:gd name="connsiteX7" fmla="*/ 20860 w 161925"/>
                  <a:gd name="connsiteY7" fmla="*/ 81458 h 162924"/>
                  <a:gd name="connsiteX8" fmla="*/ 38491 w 161925"/>
                  <a:gd name="connsiteY8" fmla="*/ 38614 h 162924"/>
                  <a:gd name="connsiteX9" fmla="*/ 80915 w 161925"/>
                  <a:gd name="connsiteY9" fmla="*/ 20859 h 162924"/>
                  <a:gd name="connsiteX10" fmla="*/ 123463 w 161925"/>
                  <a:gd name="connsiteY10" fmla="*/ 38614 h 162924"/>
                  <a:gd name="connsiteX11" fmla="*/ 141065 w 161925"/>
                  <a:gd name="connsiteY11" fmla="*/ 81458 h 162924"/>
                  <a:gd name="connsiteX12" fmla="*/ 80924 w 161925"/>
                  <a:gd name="connsiteY12" fmla="*/ 142065 h 162924"/>
                  <a:gd name="connsiteX13" fmla="*/ 20860 w 161925"/>
                  <a:gd name="connsiteY13" fmla="*/ 81458 h 16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1925" h="162924">
                    <a:moveTo>
                      <a:pt x="23660" y="23936"/>
                    </a:moveTo>
                    <a:cubicBezTo>
                      <a:pt x="8392" y="39329"/>
                      <a:pt x="0" y="59760"/>
                      <a:pt x="0" y="81458"/>
                    </a:cubicBezTo>
                    <a:cubicBezTo>
                      <a:pt x="0" y="126377"/>
                      <a:pt x="36309" y="162925"/>
                      <a:pt x="80906" y="162925"/>
                    </a:cubicBezTo>
                    <a:cubicBezTo>
                      <a:pt x="125568" y="162925"/>
                      <a:pt x="161925" y="126377"/>
                      <a:pt x="161925" y="81458"/>
                    </a:cubicBezTo>
                    <a:cubicBezTo>
                      <a:pt x="161925" y="59741"/>
                      <a:pt x="153534" y="39319"/>
                      <a:pt x="138274" y="23936"/>
                    </a:cubicBezTo>
                    <a:cubicBezTo>
                      <a:pt x="122987" y="8487"/>
                      <a:pt x="102603" y="0"/>
                      <a:pt x="80915" y="0"/>
                    </a:cubicBezTo>
                    <a:cubicBezTo>
                      <a:pt x="59303" y="0"/>
                      <a:pt x="38976" y="8496"/>
                      <a:pt x="23660" y="23936"/>
                    </a:cubicBezTo>
                    <a:close/>
                    <a:moveTo>
                      <a:pt x="20860" y="81458"/>
                    </a:moveTo>
                    <a:cubicBezTo>
                      <a:pt x="20860" y="65294"/>
                      <a:pt x="27118" y="50082"/>
                      <a:pt x="38491" y="38614"/>
                    </a:cubicBezTo>
                    <a:cubicBezTo>
                      <a:pt x="49844" y="27156"/>
                      <a:pt x="64913" y="20859"/>
                      <a:pt x="80915" y="20859"/>
                    </a:cubicBezTo>
                    <a:cubicBezTo>
                      <a:pt x="96993" y="20859"/>
                      <a:pt x="112100" y="27156"/>
                      <a:pt x="123463" y="38614"/>
                    </a:cubicBezTo>
                    <a:cubicBezTo>
                      <a:pt x="134807" y="50063"/>
                      <a:pt x="141065" y="65294"/>
                      <a:pt x="141065" y="81458"/>
                    </a:cubicBezTo>
                    <a:cubicBezTo>
                      <a:pt x="141065" y="114881"/>
                      <a:pt x="114090" y="142065"/>
                      <a:pt x="80924" y="142065"/>
                    </a:cubicBezTo>
                    <a:cubicBezTo>
                      <a:pt x="47797" y="142065"/>
                      <a:pt x="20860" y="114881"/>
                      <a:pt x="2086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76C5AC01-96CB-FE45-ACFC-0AC2BC542E6D}"/>
                  </a:ext>
                </a:extLst>
              </p:cNvPr>
              <p:cNvSpPr/>
              <p:nvPr/>
            </p:nvSpPr>
            <p:spPr>
              <a:xfrm>
                <a:off x="7289844" y="2966399"/>
                <a:ext cx="162134" cy="162934"/>
              </a:xfrm>
              <a:custGeom>
                <a:avLst/>
                <a:gdLst>
                  <a:gd name="connsiteX0" fmla="*/ 23793 w 162134"/>
                  <a:gd name="connsiteY0" fmla="*/ 23927 h 162934"/>
                  <a:gd name="connsiteX1" fmla="*/ 0 w 162134"/>
                  <a:gd name="connsiteY1" fmla="*/ 81467 h 162934"/>
                  <a:gd name="connsiteX2" fmla="*/ 81086 w 162134"/>
                  <a:gd name="connsiteY2" fmla="*/ 162935 h 162934"/>
                  <a:gd name="connsiteX3" fmla="*/ 162134 w 162134"/>
                  <a:gd name="connsiteY3" fmla="*/ 81467 h 162934"/>
                  <a:gd name="connsiteX4" fmla="*/ 138408 w 162134"/>
                  <a:gd name="connsiteY4" fmla="*/ 23927 h 162934"/>
                  <a:gd name="connsiteX5" fmla="*/ 81086 w 162134"/>
                  <a:gd name="connsiteY5" fmla="*/ 0 h 162934"/>
                  <a:gd name="connsiteX6" fmla="*/ 23793 w 162134"/>
                  <a:gd name="connsiteY6" fmla="*/ 23927 h 162934"/>
                  <a:gd name="connsiteX7" fmla="*/ 20860 w 162134"/>
                  <a:gd name="connsiteY7" fmla="*/ 81458 h 162934"/>
                  <a:gd name="connsiteX8" fmla="*/ 38576 w 162134"/>
                  <a:gd name="connsiteY8" fmla="*/ 38633 h 162934"/>
                  <a:gd name="connsiteX9" fmla="*/ 81076 w 162134"/>
                  <a:gd name="connsiteY9" fmla="*/ 20859 h 162934"/>
                  <a:gd name="connsiteX10" fmla="*/ 123597 w 162134"/>
                  <a:gd name="connsiteY10" fmla="*/ 38633 h 162934"/>
                  <a:gd name="connsiteX11" fmla="*/ 141265 w 162134"/>
                  <a:gd name="connsiteY11" fmla="*/ 81458 h 162934"/>
                  <a:gd name="connsiteX12" fmla="*/ 81076 w 162134"/>
                  <a:gd name="connsiteY12" fmla="*/ 142065 h 162934"/>
                  <a:gd name="connsiteX13" fmla="*/ 20860 w 162134"/>
                  <a:gd name="connsiteY13" fmla="*/ 8145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34" h="162934">
                    <a:moveTo>
                      <a:pt x="23793" y="23927"/>
                    </a:moveTo>
                    <a:cubicBezTo>
                      <a:pt x="8468" y="39338"/>
                      <a:pt x="0" y="59769"/>
                      <a:pt x="0" y="81467"/>
                    </a:cubicBezTo>
                    <a:cubicBezTo>
                      <a:pt x="0" y="126387"/>
                      <a:pt x="36386" y="162935"/>
                      <a:pt x="81086" y="162935"/>
                    </a:cubicBezTo>
                    <a:cubicBezTo>
                      <a:pt x="125787" y="162935"/>
                      <a:pt x="162134" y="126387"/>
                      <a:pt x="162134" y="81467"/>
                    </a:cubicBezTo>
                    <a:cubicBezTo>
                      <a:pt x="162134" y="59769"/>
                      <a:pt x="153714" y="39338"/>
                      <a:pt x="138408" y="23927"/>
                    </a:cubicBezTo>
                    <a:cubicBezTo>
                      <a:pt x="123082" y="8496"/>
                      <a:pt x="102737" y="0"/>
                      <a:pt x="81086" y="0"/>
                    </a:cubicBezTo>
                    <a:cubicBezTo>
                      <a:pt x="59493" y="0"/>
                      <a:pt x="39128" y="8496"/>
                      <a:pt x="23793" y="23927"/>
                    </a:cubicBezTo>
                    <a:close/>
                    <a:moveTo>
                      <a:pt x="20860" y="81458"/>
                    </a:moveTo>
                    <a:cubicBezTo>
                      <a:pt x="20860" y="65332"/>
                      <a:pt x="27146" y="50120"/>
                      <a:pt x="38576" y="38633"/>
                    </a:cubicBezTo>
                    <a:cubicBezTo>
                      <a:pt x="49987" y="27175"/>
                      <a:pt x="65056" y="20859"/>
                      <a:pt x="81076" y="20859"/>
                    </a:cubicBezTo>
                    <a:cubicBezTo>
                      <a:pt x="97117" y="20859"/>
                      <a:pt x="112204" y="27175"/>
                      <a:pt x="123597" y="38633"/>
                    </a:cubicBezTo>
                    <a:cubicBezTo>
                      <a:pt x="134998" y="50101"/>
                      <a:pt x="141265" y="65313"/>
                      <a:pt x="141265" y="81458"/>
                    </a:cubicBezTo>
                    <a:cubicBezTo>
                      <a:pt x="141265" y="114881"/>
                      <a:pt x="114290" y="142065"/>
                      <a:pt x="81076" y="142065"/>
                    </a:cubicBezTo>
                    <a:cubicBezTo>
                      <a:pt x="47892" y="142065"/>
                      <a:pt x="20860" y="114881"/>
                      <a:pt x="2086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C7B32185-28E2-9C43-85A4-7766A6D80F2D}"/>
                  </a:ext>
                </a:extLst>
              </p:cNvPr>
              <p:cNvSpPr/>
              <p:nvPr/>
            </p:nvSpPr>
            <p:spPr>
              <a:xfrm>
                <a:off x="7497746" y="2966399"/>
                <a:ext cx="162134" cy="162934"/>
              </a:xfrm>
              <a:custGeom>
                <a:avLst/>
                <a:gdLst>
                  <a:gd name="connsiteX0" fmla="*/ 23794 w 162134"/>
                  <a:gd name="connsiteY0" fmla="*/ 23927 h 162934"/>
                  <a:gd name="connsiteX1" fmla="*/ 0 w 162134"/>
                  <a:gd name="connsiteY1" fmla="*/ 81467 h 162934"/>
                  <a:gd name="connsiteX2" fmla="*/ 81096 w 162134"/>
                  <a:gd name="connsiteY2" fmla="*/ 162935 h 162934"/>
                  <a:gd name="connsiteX3" fmla="*/ 162135 w 162134"/>
                  <a:gd name="connsiteY3" fmla="*/ 81467 h 162934"/>
                  <a:gd name="connsiteX4" fmla="*/ 138408 w 162134"/>
                  <a:gd name="connsiteY4" fmla="*/ 23927 h 162934"/>
                  <a:gd name="connsiteX5" fmla="*/ 81096 w 162134"/>
                  <a:gd name="connsiteY5" fmla="*/ 0 h 162934"/>
                  <a:gd name="connsiteX6" fmla="*/ 23794 w 162134"/>
                  <a:gd name="connsiteY6" fmla="*/ 23927 h 162934"/>
                  <a:gd name="connsiteX7" fmla="*/ 20870 w 162134"/>
                  <a:gd name="connsiteY7" fmla="*/ 81458 h 162934"/>
                  <a:gd name="connsiteX8" fmla="*/ 38586 w 162134"/>
                  <a:gd name="connsiteY8" fmla="*/ 38633 h 162934"/>
                  <a:gd name="connsiteX9" fmla="*/ 81086 w 162134"/>
                  <a:gd name="connsiteY9" fmla="*/ 20859 h 162934"/>
                  <a:gd name="connsiteX10" fmla="*/ 123597 w 162134"/>
                  <a:gd name="connsiteY10" fmla="*/ 38633 h 162934"/>
                  <a:gd name="connsiteX11" fmla="*/ 141265 w 162134"/>
                  <a:gd name="connsiteY11" fmla="*/ 81458 h 162934"/>
                  <a:gd name="connsiteX12" fmla="*/ 81086 w 162134"/>
                  <a:gd name="connsiteY12" fmla="*/ 142065 h 162934"/>
                  <a:gd name="connsiteX13" fmla="*/ 20870 w 162134"/>
                  <a:gd name="connsiteY13" fmla="*/ 8145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34" h="162934">
                    <a:moveTo>
                      <a:pt x="23794" y="23927"/>
                    </a:moveTo>
                    <a:cubicBezTo>
                      <a:pt x="8468" y="39338"/>
                      <a:pt x="0" y="59769"/>
                      <a:pt x="0" y="81467"/>
                    </a:cubicBezTo>
                    <a:cubicBezTo>
                      <a:pt x="0" y="126387"/>
                      <a:pt x="36376" y="162935"/>
                      <a:pt x="81096" y="162935"/>
                    </a:cubicBezTo>
                    <a:cubicBezTo>
                      <a:pt x="125787" y="162935"/>
                      <a:pt x="162135" y="126387"/>
                      <a:pt x="162135" y="81467"/>
                    </a:cubicBezTo>
                    <a:cubicBezTo>
                      <a:pt x="162135" y="59769"/>
                      <a:pt x="153714" y="39338"/>
                      <a:pt x="138408" y="23927"/>
                    </a:cubicBezTo>
                    <a:cubicBezTo>
                      <a:pt x="123082" y="8496"/>
                      <a:pt x="102727" y="0"/>
                      <a:pt x="81096" y="0"/>
                    </a:cubicBezTo>
                    <a:cubicBezTo>
                      <a:pt x="59484" y="0"/>
                      <a:pt x="39138" y="8496"/>
                      <a:pt x="23794" y="23927"/>
                    </a:cubicBezTo>
                    <a:close/>
                    <a:moveTo>
                      <a:pt x="20870" y="81458"/>
                    </a:moveTo>
                    <a:cubicBezTo>
                      <a:pt x="20870" y="65332"/>
                      <a:pt x="27147" y="50120"/>
                      <a:pt x="38586" y="38633"/>
                    </a:cubicBezTo>
                    <a:cubicBezTo>
                      <a:pt x="49988" y="27175"/>
                      <a:pt x="65065" y="20859"/>
                      <a:pt x="81086" y="20859"/>
                    </a:cubicBezTo>
                    <a:cubicBezTo>
                      <a:pt x="97127" y="20859"/>
                      <a:pt x="112214" y="27175"/>
                      <a:pt x="123597" y="38633"/>
                    </a:cubicBezTo>
                    <a:cubicBezTo>
                      <a:pt x="134988" y="50101"/>
                      <a:pt x="141265" y="65313"/>
                      <a:pt x="141265" y="81458"/>
                    </a:cubicBezTo>
                    <a:cubicBezTo>
                      <a:pt x="141265" y="114881"/>
                      <a:pt x="114272" y="142065"/>
                      <a:pt x="81086" y="142065"/>
                    </a:cubicBezTo>
                    <a:cubicBezTo>
                      <a:pt x="47873" y="142065"/>
                      <a:pt x="20870" y="114881"/>
                      <a:pt x="2087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0D443BE-6422-EB42-A143-51CDECFD0D82}"/>
                  </a:ext>
                </a:extLst>
              </p:cNvPr>
              <p:cNvSpPr/>
              <p:nvPr/>
            </p:nvSpPr>
            <p:spPr>
              <a:xfrm>
                <a:off x="7705658" y="2966399"/>
                <a:ext cx="162163" cy="162934"/>
              </a:xfrm>
              <a:custGeom>
                <a:avLst/>
                <a:gdLst>
                  <a:gd name="connsiteX0" fmla="*/ 23708 w 162163"/>
                  <a:gd name="connsiteY0" fmla="*/ 23927 h 162934"/>
                  <a:gd name="connsiteX1" fmla="*/ 0 w 162163"/>
                  <a:gd name="connsiteY1" fmla="*/ 81467 h 162934"/>
                  <a:gd name="connsiteX2" fmla="*/ 81086 w 162163"/>
                  <a:gd name="connsiteY2" fmla="*/ 162935 h 162934"/>
                  <a:gd name="connsiteX3" fmla="*/ 162163 w 162163"/>
                  <a:gd name="connsiteY3" fmla="*/ 81467 h 162934"/>
                  <a:gd name="connsiteX4" fmla="*/ 138408 w 162163"/>
                  <a:gd name="connsiteY4" fmla="*/ 23927 h 162934"/>
                  <a:gd name="connsiteX5" fmla="*/ 81086 w 162163"/>
                  <a:gd name="connsiteY5" fmla="*/ 0 h 162934"/>
                  <a:gd name="connsiteX6" fmla="*/ 23708 w 162163"/>
                  <a:gd name="connsiteY6" fmla="*/ 23927 h 162934"/>
                  <a:gd name="connsiteX7" fmla="*/ 20870 w 162163"/>
                  <a:gd name="connsiteY7" fmla="*/ 81458 h 162934"/>
                  <a:gd name="connsiteX8" fmla="*/ 38529 w 162163"/>
                  <a:gd name="connsiteY8" fmla="*/ 38633 h 162934"/>
                  <a:gd name="connsiteX9" fmla="*/ 81086 w 162163"/>
                  <a:gd name="connsiteY9" fmla="*/ 20859 h 162934"/>
                  <a:gd name="connsiteX10" fmla="*/ 123625 w 162163"/>
                  <a:gd name="connsiteY10" fmla="*/ 38633 h 162934"/>
                  <a:gd name="connsiteX11" fmla="*/ 141294 w 162163"/>
                  <a:gd name="connsiteY11" fmla="*/ 81458 h 162934"/>
                  <a:gd name="connsiteX12" fmla="*/ 81086 w 162163"/>
                  <a:gd name="connsiteY12" fmla="*/ 142065 h 162934"/>
                  <a:gd name="connsiteX13" fmla="*/ 20870 w 162163"/>
                  <a:gd name="connsiteY13" fmla="*/ 8145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63" h="162934">
                    <a:moveTo>
                      <a:pt x="23708" y="23927"/>
                    </a:moveTo>
                    <a:cubicBezTo>
                      <a:pt x="8420" y="39319"/>
                      <a:pt x="0" y="59750"/>
                      <a:pt x="0" y="81467"/>
                    </a:cubicBezTo>
                    <a:cubicBezTo>
                      <a:pt x="0" y="126387"/>
                      <a:pt x="36366" y="162935"/>
                      <a:pt x="81086" y="162935"/>
                    </a:cubicBezTo>
                    <a:cubicBezTo>
                      <a:pt x="125787" y="162935"/>
                      <a:pt x="162163" y="126387"/>
                      <a:pt x="162163" y="81467"/>
                    </a:cubicBezTo>
                    <a:cubicBezTo>
                      <a:pt x="162163" y="59769"/>
                      <a:pt x="153743" y="39338"/>
                      <a:pt x="138408" y="23927"/>
                    </a:cubicBezTo>
                    <a:cubicBezTo>
                      <a:pt x="123063" y="8496"/>
                      <a:pt x="102708" y="0"/>
                      <a:pt x="81086" y="0"/>
                    </a:cubicBezTo>
                    <a:cubicBezTo>
                      <a:pt x="59398" y="0"/>
                      <a:pt x="39024" y="8496"/>
                      <a:pt x="23708" y="23927"/>
                    </a:cubicBezTo>
                    <a:close/>
                    <a:moveTo>
                      <a:pt x="20870" y="81458"/>
                    </a:moveTo>
                    <a:cubicBezTo>
                      <a:pt x="20870" y="65294"/>
                      <a:pt x="27137" y="50082"/>
                      <a:pt x="38529" y="38633"/>
                    </a:cubicBezTo>
                    <a:cubicBezTo>
                      <a:pt x="49882" y="27156"/>
                      <a:pt x="64999" y="20859"/>
                      <a:pt x="81086" y="20859"/>
                    </a:cubicBezTo>
                    <a:cubicBezTo>
                      <a:pt x="97098" y="20859"/>
                      <a:pt x="112214" y="27175"/>
                      <a:pt x="123625" y="38633"/>
                    </a:cubicBezTo>
                    <a:cubicBezTo>
                      <a:pt x="135007" y="50101"/>
                      <a:pt x="141294" y="65313"/>
                      <a:pt x="141294" y="81458"/>
                    </a:cubicBezTo>
                    <a:cubicBezTo>
                      <a:pt x="141294" y="114881"/>
                      <a:pt x="114281" y="142065"/>
                      <a:pt x="81086" y="142065"/>
                    </a:cubicBezTo>
                    <a:cubicBezTo>
                      <a:pt x="47883" y="142065"/>
                      <a:pt x="20870" y="114881"/>
                      <a:pt x="2087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8C56827A-0A7E-1D4B-838E-34FF9944B5A7}"/>
                  </a:ext>
                </a:extLst>
              </p:cNvPr>
              <p:cNvSpPr/>
              <p:nvPr/>
            </p:nvSpPr>
            <p:spPr>
              <a:xfrm>
                <a:off x="6404591" y="2428255"/>
                <a:ext cx="162143" cy="162934"/>
              </a:xfrm>
              <a:custGeom>
                <a:avLst/>
                <a:gdLst>
                  <a:gd name="connsiteX0" fmla="*/ 23679 w 162143"/>
                  <a:gd name="connsiteY0" fmla="*/ 23860 h 162934"/>
                  <a:gd name="connsiteX1" fmla="*/ 0 w 162143"/>
                  <a:gd name="connsiteY1" fmla="*/ 81448 h 162934"/>
                  <a:gd name="connsiteX2" fmla="*/ 81067 w 162143"/>
                  <a:gd name="connsiteY2" fmla="*/ 162935 h 162934"/>
                  <a:gd name="connsiteX3" fmla="*/ 162144 w 162143"/>
                  <a:gd name="connsiteY3" fmla="*/ 81448 h 162934"/>
                  <a:gd name="connsiteX4" fmla="*/ 81067 w 162143"/>
                  <a:gd name="connsiteY4" fmla="*/ 0 h 162934"/>
                  <a:gd name="connsiteX5" fmla="*/ 23679 w 162143"/>
                  <a:gd name="connsiteY5" fmla="*/ 23860 h 162934"/>
                  <a:gd name="connsiteX6" fmla="*/ 20869 w 162143"/>
                  <a:gd name="connsiteY6" fmla="*/ 81448 h 162934"/>
                  <a:gd name="connsiteX7" fmla="*/ 38500 w 162143"/>
                  <a:gd name="connsiteY7" fmla="*/ 38576 h 162934"/>
                  <a:gd name="connsiteX8" fmla="*/ 81067 w 162143"/>
                  <a:gd name="connsiteY8" fmla="*/ 20869 h 162934"/>
                  <a:gd name="connsiteX9" fmla="*/ 141284 w 162143"/>
                  <a:gd name="connsiteY9" fmla="*/ 81448 h 162934"/>
                  <a:gd name="connsiteX10" fmla="*/ 81067 w 162143"/>
                  <a:gd name="connsiteY10" fmla="*/ 142075 h 162934"/>
                  <a:gd name="connsiteX11" fmla="*/ 20869 w 162143"/>
                  <a:gd name="connsiteY11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143" h="162934">
                    <a:moveTo>
                      <a:pt x="23679" y="23860"/>
                    </a:moveTo>
                    <a:cubicBezTo>
                      <a:pt x="8429" y="39234"/>
                      <a:pt x="0" y="59674"/>
                      <a:pt x="0" y="81448"/>
                    </a:cubicBezTo>
                    <a:cubicBezTo>
                      <a:pt x="0" y="126387"/>
                      <a:pt x="36395" y="162935"/>
                      <a:pt x="81067" y="162935"/>
                    </a:cubicBezTo>
                    <a:cubicBezTo>
                      <a:pt x="125759" y="162935"/>
                      <a:pt x="162144" y="126387"/>
                      <a:pt x="162144" y="81448"/>
                    </a:cubicBezTo>
                    <a:cubicBezTo>
                      <a:pt x="162144" y="36547"/>
                      <a:pt x="125768" y="0"/>
                      <a:pt x="81067" y="0"/>
                    </a:cubicBezTo>
                    <a:cubicBezTo>
                      <a:pt x="59350" y="0"/>
                      <a:pt x="38976" y="8487"/>
                      <a:pt x="23679" y="23860"/>
                    </a:cubicBezTo>
                    <a:close/>
                    <a:moveTo>
                      <a:pt x="20869" y="81448"/>
                    </a:moveTo>
                    <a:cubicBezTo>
                      <a:pt x="20869" y="65218"/>
                      <a:pt x="27118" y="49987"/>
                      <a:pt x="38500" y="38576"/>
                    </a:cubicBezTo>
                    <a:cubicBezTo>
                      <a:pt x="49825" y="27146"/>
                      <a:pt x="64941" y="20869"/>
                      <a:pt x="81067" y="20869"/>
                    </a:cubicBezTo>
                    <a:cubicBezTo>
                      <a:pt x="114252" y="20869"/>
                      <a:pt x="141284" y="48054"/>
                      <a:pt x="141284" y="81448"/>
                    </a:cubicBezTo>
                    <a:cubicBezTo>
                      <a:pt x="141284" y="114871"/>
                      <a:pt x="114252" y="142075"/>
                      <a:pt x="81067" y="142075"/>
                    </a:cubicBezTo>
                    <a:cubicBezTo>
                      <a:pt x="47892" y="142075"/>
                      <a:pt x="20869" y="114871"/>
                      <a:pt x="20869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AEC10312-9EBC-BD47-A01B-68E972A0E105}"/>
                  </a:ext>
                </a:extLst>
              </p:cNvPr>
              <p:cNvSpPr/>
              <p:nvPr/>
            </p:nvSpPr>
            <p:spPr>
              <a:xfrm>
                <a:off x="6612502" y="2428255"/>
                <a:ext cx="162134" cy="162934"/>
              </a:xfrm>
              <a:custGeom>
                <a:avLst/>
                <a:gdLst>
                  <a:gd name="connsiteX0" fmla="*/ 23679 w 162134"/>
                  <a:gd name="connsiteY0" fmla="*/ 23860 h 162934"/>
                  <a:gd name="connsiteX1" fmla="*/ 0 w 162134"/>
                  <a:gd name="connsiteY1" fmla="*/ 81448 h 162934"/>
                  <a:gd name="connsiteX2" fmla="*/ 81058 w 162134"/>
                  <a:gd name="connsiteY2" fmla="*/ 162935 h 162934"/>
                  <a:gd name="connsiteX3" fmla="*/ 162134 w 162134"/>
                  <a:gd name="connsiteY3" fmla="*/ 81448 h 162934"/>
                  <a:gd name="connsiteX4" fmla="*/ 81058 w 162134"/>
                  <a:gd name="connsiteY4" fmla="*/ 0 h 162934"/>
                  <a:gd name="connsiteX5" fmla="*/ 23679 w 162134"/>
                  <a:gd name="connsiteY5" fmla="*/ 23860 h 162934"/>
                  <a:gd name="connsiteX6" fmla="*/ 20869 w 162134"/>
                  <a:gd name="connsiteY6" fmla="*/ 81448 h 162934"/>
                  <a:gd name="connsiteX7" fmla="*/ 38481 w 162134"/>
                  <a:gd name="connsiteY7" fmla="*/ 38576 h 162934"/>
                  <a:gd name="connsiteX8" fmla="*/ 81058 w 162134"/>
                  <a:gd name="connsiteY8" fmla="*/ 20869 h 162934"/>
                  <a:gd name="connsiteX9" fmla="*/ 141275 w 162134"/>
                  <a:gd name="connsiteY9" fmla="*/ 81448 h 162934"/>
                  <a:gd name="connsiteX10" fmla="*/ 81058 w 162134"/>
                  <a:gd name="connsiteY10" fmla="*/ 142075 h 162934"/>
                  <a:gd name="connsiteX11" fmla="*/ 20869 w 162134"/>
                  <a:gd name="connsiteY11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134" h="162934">
                    <a:moveTo>
                      <a:pt x="23679" y="23860"/>
                    </a:moveTo>
                    <a:cubicBezTo>
                      <a:pt x="8429" y="39234"/>
                      <a:pt x="0" y="59674"/>
                      <a:pt x="0" y="81448"/>
                    </a:cubicBezTo>
                    <a:cubicBezTo>
                      <a:pt x="0" y="126387"/>
                      <a:pt x="36376" y="162935"/>
                      <a:pt x="81058" y="162935"/>
                    </a:cubicBezTo>
                    <a:cubicBezTo>
                      <a:pt x="125758" y="162935"/>
                      <a:pt x="162134" y="126387"/>
                      <a:pt x="162134" y="81448"/>
                    </a:cubicBezTo>
                    <a:cubicBezTo>
                      <a:pt x="162134" y="36547"/>
                      <a:pt x="125768" y="0"/>
                      <a:pt x="81058" y="0"/>
                    </a:cubicBezTo>
                    <a:cubicBezTo>
                      <a:pt x="59350" y="0"/>
                      <a:pt x="38967" y="8487"/>
                      <a:pt x="23679" y="23860"/>
                    </a:cubicBezTo>
                    <a:close/>
                    <a:moveTo>
                      <a:pt x="20869" y="81448"/>
                    </a:moveTo>
                    <a:cubicBezTo>
                      <a:pt x="20869" y="65218"/>
                      <a:pt x="27118" y="49987"/>
                      <a:pt x="38481" y="38576"/>
                    </a:cubicBezTo>
                    <a:cubicBezTo>
                      <a:pt x="49816" y="27146"/>
                      <a:pt x="64922" y="20869"/>
                      <a:pt x="81058" y="20869"/>
                    </a:cubicBezTo>
                    <a:cubicBezTo>
                      <a:pt x="114252" y="20869"/>
                      <a:pt x="141275" y="48054"/>
                      <a:pt x="141275" y="81448"/>
                    </a:cubicBezTo>
                    <a:cubicBezTo>
                      <a:pt x="141275" y="114871"/>
                      <a:pt x="114252" y="142075"/>
                      <a:pt x="81058" y="142075"/>
                    </a:cubicBezTo>
                    <a:cubicBezTo>
                      <a:pt x="47873" y="142075"/>
                      <a:pt x="20869" y="114871"/>
                      <a:pt x="20869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945FB063-3E24-1846-80E8-1E23879951B3}"/>
                  </a:ext>
                </a:extLst>
              </p:cNvPr>
              <p:cNvSpPr/>
              <p:nvPr/>
            </p:nvSpPr>
            <p:spPr>
              <a:xfrm>
                <a:off x="7028316" y="2428255"/>
                <a:ext cx="161925" cy="162934"/>
              </a:xfrm>
              <a:custGeom>
                <a:avLst/>
                <a:gdLst>
                  <a:gd name="connsiteX0" fmla="*/ 0 w 161925"/>
                  <a:gd name="connsiteY0" fmla="*/ 81448 h 162934"/>
                  <a:gd name="connsiteX1" fmla="*/ 80848 w 161925"/>
                  <a:gd name="connsiteY1" fmla="*/ 162935 h 162934"/>
                  <a:gd name="connsiteX2" fmla="*/ 161925 w 161925"/>
                  <a:gd name="connsiteY2" fmla="*/ 81448 h 162934"/>
                  <a:gd name="connsiteX3" fmla="*/ 80848 w 161925"/>
                  <a:gd name="connsiteY3" fmla="*/ 0 h 162934"/>
                  <a:gd name="connsiteX4" fmla="*/ 0 w 161925"/>
                  <a:gd name="connsiteY4" fmla="*/ 81448 h 162934"/>
                  <a:gd name="connsiteX5" fmla="*/ 20850 w 161925"/>
                  <a:gd name="connsiteY5" fmla="*/ 81448 h 162934"/>
                  <a:gd name="connsiteX6" fmla="*/ 80848 w 161925"/>
                  <a:gd name="connsiteY6" fmla="*/ 20869 h 162934"/>
                  <a:gd name="connsiteX7" fmla="*/ 141065 w 161925"/>
                  <a:gd name="connsiteY7" fmla="*/ 81448 h 162934"/>
                  <a:gd name="connsiteX8" fmla="*/ 80848 w 161925"/>
                  <a:gd name="connsiteY8" fmla="*/ 142075 h 162934"/>
                  <a:gd name="connsiteX9" fmla="*/ 20850 w 161925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48"/>
                    </a:moveTo>
                    <a:cubicBezTo>
                      <a:pt x="0" y="126387"/>
                      <a:pt x="36281" y="162935"/>
                      <a:pt x="80848" y="162935"/>
                    </a:cubicBezTo>
                    <a:cubicBezTo>
                      <a:pt x="125539" y="162935"/>
                      <a:pt x="161925" y="126387"/>
                      <a:pt x="161925" y="81448"/>
                    </a:cubicBezTo>
                    <a:cubicBezTo>
                      <a:pt x="161925" y="36547"/>
                      <a:pt x="125549" y="0"/>
                      <a:pt x="80848" y="0"/>
                    </a:cubicBezTo>
                    <a:cubicBezTo>
                      <a:pt x="36271" y="0"/>
                      <a:pt x="0" y="36547"/>
                      <a:pt x="0" y="81448"/>
                    </a:cubicBezTo>
                    <a:close/>
                    <a:moveTo>
                      <a:pt x="20850" y="81448"/>
                    </a:moveTo>
                    <a:cubicBezTo>
                      <a:pt x="20850" y="48054"/>
                      <a:pt x="47777" y="20869"/>
                      <a:pt x="80848" y="20869"/>
                    </a:cubicBezTo>
                    <a:cubicBezTo>
                      <a:pt x="114033" y="20869"/>
                      <a:pt x="141065" y="48054"/>
                      <a:pt x="141065" y="81448"/>
                    </a:cubicBezTo>
                    <a:cubicBezTo>
                      <a:pt x="141065" y="114871"/>
                      <a:pt x="114033" y="142075"/>
                      <a:pt x="80848" y="142075"/>
                    </a:cubicBezTo>
                    <a:cubicBezTo>
                      <a:pt x="47777" y="142075"/>
                      <a:pt x="20850" y="114871"/>
                      <a:pt x="2085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9D9A8825-390B-B149-9414-53BAC71BE3FE}"/>
                  </a:ext>
                </a:extLst>
              </p:cNvPr>
              <p:cNvSpPr/>
              <p:nvPr/>
            </p:nvSpPr>
            <p:spPr>
              <a:xfrm>
                <a:off x="7236218" y="2428255"/>
                <a:ext cx="161925" cy="162934"/>
              </a:xfrm>
              <a:custGeom>
                <a:avLst/>
                <a:gdLst>
                  <a:gd name="connsiteX0" fmla="*/ 0 w 161925"/>
                  <a:gd name="connsiteY0" fmla="*/ 81448 h 162934"/>
                  <a:gd name="connsiteX1" fmla="*/ 80839 w 161925"/>
                  <a:gd name="connsiteY1" fmla="*/ 162935 h 162934"/>
                  <a:gd name="connsiteX2" fmla="*/ 161925 w 161925"/>
                  <a:gd name="connsiteY2" fmla="*/ 81448 h 162934"/>
                  <a:gd name="connsiteX3" fmla="*/ 80839 w 161925"/>
                  <a:gd name="connsiteY3" fmla="*/ 0 h 162934"/>
                  <a:gd name="connsiteX4" fmla="*/ 0 w 161925"/>
                  <a:gd name="connsiteY4" fmla="*/ 81448 h 162934"/>
                  <a:gd name="connsiteX5" fmla="*/ 20860 w 161925"/>
                  <a:gd name="connsiteY5" fmla="*/ 81448 h 162934"/>
                  <a:gd name="connsiteX6" fmla="*/ 80839 w 161925"/>
                  <a:gd name="connsiteY6" fmla="*/ 20869 h 162934"/>
                  <a:gd name="connsiteX7" fmla="*/ 141056 w 161925"/>
                  <a:gd name="connsiteY7" fmla="*/ 81448 h 162934"/>
                  <a:gd name="connsiteX8" fmla="*/ 80839 w 161925"/>
                  <a:gd name="connsiteY8" fmla="*/ 142075 h 162934"/>
                  <a:gd name="connsiteX9" fmla="*/ 20860 w 161925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48"/>
                    </a:moveTo>
                    <a:cubicBezTo>
                      <a:pt x="0" y="126387"/>
                      <a:pt x="36271" y="162935"/>
                      <a:pt x="80839" y="162935"/>
                    </a:cubicBezTo>
                    <a:cubicBezTo>
                      <a:pt x="125549" y="162935"/>
                      <a:pt x="161925" y="126387"/>
                      <a:pt x="161925" y="81448"/>
                    </a:cubicBezTo>
                    <a:cubicBezTo>
                      <a:pt x="161925" y="36547"/>
                      <a:pt x="125559" y="0"/>
                      <a:pt x="80839" y="0"/>
                    </a:cubicBezTo>
                    <a:cubicBezTo>
                      <a:pt x="36271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54"/>
                      <a:pt x="47768" y="20869"/>
                      <a:pt x="80839" y="20869"/>
                    </a:cubicBezTo>
                    <a:cubicBezTo>
                      <a:pt x="114043" y="20869"/>
                      <a:pt x="141056" y="48054"/>
                      <a:pt x="141056" y="81448"/>
                    </a:cubicBezTo>
                    <a:cubicBezTo>
                      <a:pt x="141056" y="114871"/>
                      <a:pt x="114043" y="142075"/>
                      <a:pt x="80839" y="142075"/>
                    </a:cubicBezTo>
                    <a:cubicBezTo>
                      <a:pt x="47777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0A219690-6716-0C4C-ADA7-45A745A31D1D}"/>
                  </a:ext>
                </a:extLst>
              </p:cNvPr>
              <p:cNvSpPr/>
              <p:nvPr/>
            </p:nvSpPr>
            <p:spPr>
              <a:xfrm>
                <a:off x="7443920" y="2428255"/>
                <a:ext cx="162144" cy="162934"/>
              </a:xfrm>
              <a:custGeom>
                <a:avLst/>
                <a:gdLst>
                  <a:gd name="connsiteX0" fmla="*/ 0 w 162144"/>
                  <a:gd name="connsiteY0" fmla="*/ 81448 h 162934"/>
                  <a:gd name="connsiteX1" fmla="*/ 81049 w 162144"/>
                  <a:gd name="connsiteY1" fmla="*/ 162935 h 162934"/>
                  <a:gd name="connsiteX2" fmla="*/ 162144 w 162144"/>
                  <a:gd name="connsiteY2" fmla="*/ 81448 h 162934"/>
                  <a:gd name="connsiteX3" fmla="*/ 81049 w 162144"/>
                  <a:gd name="connsiteY3" fmla="*/ 0 h 162934"/>
                  <a:gd name="connsiteX4" fmla="*/ 0 w 162144"/>
                  <a:gd name="connsiteY4" fmla="*/ 81448 h 162934"/>
                  <a:gd name="connsiteX5" fmla="*/ 20860 w 162144"/>
                  <a:gd name="connsiteY5" fmla="*/ 81448 h 162934"/>
                  <a:gd name="connsiteX6" fmla="*/ 81039 w 162144"/>
                  <a:gd name="connsiteY6" fmla="*/ 20869 h 162934"/>
                  <a:gd name="connsiteX7" fmla="*/ 141256 w 162144"/>
                  <a:gd name="connsiteY7" fmla="*/ 81448 h 162934"/>
                  <a:gd name="connsiteX8" fmla="*/ 81039 w 162144"/>
                  <a:gd name="connsiteY8" fmla="*/ 142075 h 162934"/>
                  <a:gd name="connsiteX9" fmla="*/ 20860 w 162144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4" h="162934">
                    <a:moveTo>
                      <a:pt x="0" y="81448"/>
                    </a:moveTo>
                    <a:cubicBezTo>
                      <a:pt x="0" y="126387"/>
                      <a:pt x="36376" y="162935"/>
                      <a:pt x="81049" y="162935"/>
                    </a:cubicBezTo>
                    <a:cubicBezTo>
                      <a:pt x="125759" y="162935"/>
                      <a:pt x="162144" y="126387"/>
                      <a:pt x="162144" y="81448"/>
                    </a:cubicBezTo>
                    <a:cubicBezTo>
                      <a:pt x="162144" y="36547"/>
                      <a:pt x="125768" y="0"/>
                      <a:pt x="81049" y="0"/>
                    </a:cubicBezTo>
                    <a:cubicBezTo>
                      <a:pt x="36376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54"/>
                      <a:pt x="47883" y="20869"/>
                      <a:pt x="81039" y="20869"/>
                    </a:cubicBezTo>
                    <a:cubicBezTo>
                      <a:pt x="114252" y="20869"/>
                      <a:pt x="141256" y="48054"/>
                      <a:pt x="141256" y="81448"/>
                    </a:cubicBezTo>
                    <a:cubicBezTo>
                      <a:pt x="141256" y="114871"/>
                      <a:pt x="114252" y="142075"/>
                      <a:pt x="81039" y="142075"/>
                    </a:cubicBezTo>
                    <a:cubicBezTo>
                      <a:pt x="47883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BFCB3CDF-97D5-E345-BB30-CDDC56FE97C0}"/>
                  </a:ext>
                </a:extLst>
              </p:cNvPr>
              <p:cNvSpPr/>
              <p:nvPr/>
            </p:nvSpPr>
            <p:spPr>
              <a:xfrm>
                <a:off x="6449710" y="2248471"/>
                <a:ext cx="161886" cy="162934"/>
              </a:xfrm>
              <a:custGeom>
                <a:avLst/>
                <a:gdLst>
                  <a:gd name="connsiteX0" fmla="*/ 0 w 161886"/>
                  <a:gd name="connsiteY0" fmla="*/ 81486 h 162934"/>
                  <a:gd name="connsiteX1" fmla="*/ 80791 w 161886"/>
                  <a:gd name="connsiteY1" fmla="*/ 162935 h 162934"/>
                  <a:gd name="connsiteX2" fmla="*/ 161887 w 161886"/>
                  <a:gd name="connsiteY2" fmla="*/ 81486 h 162934"/>
                  <a:gd name="connsiteX3" fmla="*/ 80791 w 161886"/>
                  <a:gd name="connsiteY3" fmla="*/ 0 h 162934"/>
                  <a:gd name="connsiteX4" fmla="*/ 0 w 161886"/>
                  <a:gd name="connsiteY4" fmla="*/ 81486 h 162934"/>
                  <a:gd name="connsiteX5" fmla="*/ 20850 w 161886"/>
                  <a:gd name="connsiteY5" fmla="*/ 81486 h 162934"/>
                  <a:gd name="connsiteX6" fmla="*/ 80791 w 161886"/>
                  <a:gd name="connsiteY6" fmla="*/ 20860 h 162934"/>
                  <a:gd name="connsiteX7" fmla="*/ 141008 w 161886"/>
                  <a:gd name="connsiteY7" fmla="*/ 81486 h 162934"/>
                  <a:gd name="connsiteX8" fmla="*/ 80791 w 161886"/>
                  <a:gd name="connsiteY8" fmla="*/ 142075 h 162934"/>
                  <a:gd name="connsiteX9" fmla="*/ 20850 w 161886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886" h="162934">
                    <a:moveTo>
                      <a:pt x="0" y="81486"/>
                    </a:moveTo>
                    <a:cubicBezTo>
                      <a:pt x="0" y="126387"/>
                      <a:pt x="36261" y="162935"/>
                      <a:pt x="80791" y="162935"/>
                    </a:cubicBezTo>
                    <a:cubicBezTo>
                      <a:pt x="125520" y="162935"/>
                      <a:pt x="161887" y="126387"/>
                      <a:pt x="161887" y="81486"/>
                    </a:cubicBezTo>
                    <a:cubicBezTo>
                      <a:pt x="161887" y="36547"/>
                      <a:pt x="125530" y="0"/>
                      <a:pt x="80791" y="0"/>
                    </a:cubicBezTo>
                    <a:cubicBezTo>
                      <a:pt x="36252" y="0"/>
                      <a:pt x="0" y="36547"/>
                      <a:pt x="0" y="81486"/>
                    </a:cubicBezTo>
                    <a:close/>
                    <a:moveTo>
                      <a:pt x="20850" y="81486"/>
                    </a:moveTo>
                    <a:cubicBezTo>
                      <a:pt x="20850" y="48063"/>
                      <a:pt x="47758" y="20860"/>
                      <a:pt x="80791" y="20860"/>
                    </a:cubicBezTo>
                    <a:cubicBezTo>
                      <a:pt x="114005" y="20860"/>
                      <a:pt x="141008" y="48063"/>
                      <a:pt x="141008" y="81486"/>
                    </a:cubicBezTo>
                    <a:cubicBezTo>
                      <a:pt x="141008" y="114891"/>
                      <a:pt x="114005" y="142075"/>
                      <a:pt x="80791" y="142075"/>
                    </a:cubicBezTo>
                    <a:cubicBezTo>
                      <a:pt x="47758" y="142075"/>
                      <a:pt x="20850" y="114891"/>
                      <a:pt x="20850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9AD15636-06B3-614A-BC89-720FC423348D}"/>
                  </a:ext>
                </a:extLst>
              </p:cNvPr>
              <p:cNvSpPr/>
              <p:nvPr/>
            </p:nvSpPr>
            <p:spPr>
              <a:xfrm>
                <a:off x="6657565" y="2248471"/>
                <a:ext cx="161944" cy="162934"/>
              </a:xfrm>
              <a:custGeom>
                <a:avLst/>
                <a:gdLst>
                  <a:gd name="connsiteX0" fmla="*/ 0 w 161944"/>
                  <a:gd name="connsiteY0" fmla="*/ 81486 h 162934"/>
                  <a:gd name="connsiteX1" fmla="*/ 80848 w 161944"/>
                  <a:gd name="connsiteY1" fmla="*/ 162935 h 162934"/>
                  <a:gd name="connsiteX2" fmla="*/ 161944 w 161944"/>
                  <a:gd name="connsiteY2" fmla="*/ 81486 h 162934"/>
                  <a:gd name="connsiteX3" fmla="*/ 80848 w 161944"/>
                  <a:gd name="connsiteY3" fmla="*/ 0 h 162934"/>
                  <a:gd name="connsiteX4" fmla="*/ 0 w 161944"/>
                  <a:gd name="connsiteY4" fmla="*/ 81486 h 162934"/>
                  <a:gd name="connsiteX5" fmla="*/ 20869 w 161944"/>
                  <a:gd name="connsiteY5" fmla="*/ 81486 h 162934"/>
                  <a:gd name="connsiteX6" fmla="*/ 80848 w 161944"/>
                  <a:gd name="connsiteY6" fmla="*/ 20860 h 162934"/>
                  <a:gd name="connsiteX7" fmla="*/ 141065 w 161944"/>
                  <a:gd name="connsiteY7" fmla="*/ 81486 h 162934"/>
                  <a:gd name="connsiteX8" fmla="*/ 80848 w 161944"/>
                  <a:gd name="connsiteY8" fmla="*/ 142075 h 162934"/>
                  <a:gd name="connsiteX9" fmla="*/ 20869 w 161944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44" h="162934">
                    <a:moveTo>
                      <a:pt x="0" y="81486"/>
                    </a:moveTo>
                    <a:cubicBezTo>
                      <a:pt x="0" y="126387"/>
                      <a:pt x="36281" y="162935"/>
                      <a:pt x="80848" y="162935"/>
                    </a:cubicBezTo>
                    <a:cubicBezTo>
                      <a:pt x="125578" y="162935"/>
                      <a:pt x="161944" y="126387"/>
                      <a:pt x="161944" y="81486"/>
                    </a:cubicBezTo>
                    <a:cubicBezTo>
                      <a:pt x="161944" y="36547"/>
                      <a:pt x="125587" y="0"/>
                      <a:pt x="80848" y="0"/>
                    </a:cubicBezTo>
                    <a:cubicBezTo>
                      <a:pt x="36281" y="0"/>
                      <a:pt x="0" y="36547"/>
                      <a:pt x="0" y="81486"/>
                    </a:cubicBezTo>
                    <a:close/>
                    <a:moveTo>
                      <a:pt x="20869" y="81486"/>
                    </a:moveTo>
                    <a:cubicBezTo>
                      <a:pt x="20869" y="48063"/>
                      <a:pt x="47777" y="20860"/>
                      <a:pt x="80848" y="20860"/>
                    </a:cubicBezTo>
                    <a:cubicBezTo>
                      <a:pt x="114052" y="20860"/>
                      <a:pt x="141065" y="48063"/>
                      <a:pt x="141065" y="81486"/>
                    </a:cubicBezTo>
                    <a:cubicBezTo>
                      <a:pt x="141065" y="114891"/>
                      <a:pt x="114052" y="142075"/>
                      <a:pt x="80848" y="142075"/>
                    </a:cubicBezTo>
                    <a:cubicBezTo>
                      <a:pt x="47787" y="142075"/>
                      <a:pt x="20869" y="114891"/>
                      <a:pt x="20869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A9A3FD20-2458-1C43-8AEA-423400E8E7B4}"/>
                  </a:ext>
                </a:extLst>
              </p:cNvPr>
              <p:cNvSpPr/>
              <p:nvPr/>
            </p:nvSpPr>
            <p:spPr>
              <a:xfrm>
                <a:off x="7073188" y="2248471"/>
                <a:ext cx="162153" cy="162934"/>
              </a:xfrm>
              <a:custGeom>
                <a:avLst/>
                <a:gdLst>
                  <a:gd name="connsiteX0" fmla="*/ 0 w 162153"/>
                  <a:gd name="connsiteY0" fmla="*/ 81486 h 162934"/>
                  <a:gd name="connsiteX1" fmla="*/ 81048 w 162153"/>
                  <a:gd name="connsiteY1" fmla="*/ 162935 h 162934"/>
                  <a:gd name="connsiteX2" fmla="*/ 162154 w 162153"/>
                  <a:gd name="connsiteY2" fmla="*/ 81486 h 162934"/>
                  <a:gd name="connsiteX3" fmla="*/ 81048 w 162153"/>
                  <a:gd name="connsiteY3" fmla="*/ 0 h 162934"/>
                  <a:gd name="connsiteX4" fmla="*/ 0 w 162153"/>
                  <a:gd name="connsiteY4" fmla="*/ 81486 h 162934"/>
                  <a:gd name="connsiteX5" fmla="*/ 20850 w 162153"/>
                  <a:gd name="connsiteY5" fmla="*/ 81486 h 162934"/>
                  <a:gd name="connsiteX6" fmla="*/ 81039 w 162153"/>
                  <a:gd name="connsiteY6" fmla="*/ 20860 h 162934"/>
                  <a:gd name="connsiteX7" fmla="*/ 141284 w 162153"/>
                  <a:gd name="connsiteY7" fmla="*/ 81486 h 162934"/>
                  <a:gd name="connsiteX8" fmla="*/ 81039 w 162153"/>
                  <a:gd name="connsiteY8" fmla="*/ 142075 h 162934"/>
                  <a:gd name="connsiteX9" fmla="*/ 20850 w 162153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53" h="162934">
                    <a:moveTo>
                      <a:pt x="0" y="81486"/>
                    </a:moveTo>
                    <a:cubicBezTo>
                      <a:pt x="0" y="126387"/>
                      <a:pt x="36376" y="162935"/>
                      <a:pt x="81048" y="162935"/>
                    </a:cubicBezTo>
                    <a:cubicBezTo>
                      <a:pt x="125778" y="162935"/>
                      <a:pt x="162154" y="126387"/>
                      <a:pt x="162154" y="81486"/>
                    </a:cubicBezTo>
                    <a:cubicBezTo>
                      <a:pt x="162154" y="36547"/>
                      <a:pt x="125787" y="0"/>
                      <a:pt x="81048" y="0"/>
                    </a:cubicBezTo>
                    <a:cubicBezTo>
                      <a:pt x="36376" y="0"/>
                      <a:pt x="0" y="36547"/>
                      <a:pt x="0" y="81486"/>
                    </a:cubicBezTo>
                    <a:close/>
                    <a:moveTo>
                      <a:pt x="20850" y="81486"/>
                    </a:moveTo>
                    <a:cubicBezTo>
                      <a:pt x="20850" y="48063"/>
                      <a:pt x="47882" y="20860"/>
                      <a:pt x="81039" y="20860"/>
                    </a:cubicBezTo>
                    <a:cubicBezTo>
                      <a:pt x="114262" y="20860"/>
                      <a:pt x="141284" y="48063"/>
                      <a:pt x="141284" y="81486"/>
                    </a:cubicBezTo>
                    <a:cubicBezTo>
                      <a:pt x="141284" y="114891"/>
                      <a:pt x="114262" y="142075"/>
                      <a:pt x="81039" y="142075"/>
                    </a:cubicBezTo>
                    <a:cubicBezTo>
                      <a:pt x="47882" y="142075"/>
                      <a:pt x="20850" y="114891"/>
                      <a:pt x="20850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3911EAFD-D812-3A41-B5AB-26094156D6FB}"/>
                  </a:ext>
                </a:extLst>
              </p:cNvPr>
              <p:cNvSpPr/>
              <p:nvPr/>
            </p:nvSpPr>
            <p:spPr>
              <a:xfrm>
                <a:off x="7281081" y="2248471"/>
                <a:ext cx="162172" cy="162934"/>
              </a:xfrm>
              <a:custGeom>
                <a:avLst/>
                <a:gdLst>
                  <a:gd name="connsiteX0" fmla="*/ 0 w 162172"/>
                  <a:gd name="connsiteY0" fmla="*/ 81486 h 162934"/>
                  <a:gd name="connsiteX1" fmla="*/ 81057 w 162172"/>
                  <a:gd name="connsiteY1" fmla="*/ 162935 h 162934"/>
                  <a:gd name="connsiteX2" fmla="*/ 162172 w 162172"/>
                  <a:gd name="connsiteY2" fmla="*/ 81486 h 162934"/>
                  <a:gd name="connsiteX3" fmla="*/ 81057 w 162172"/>
                  <a:gd name="connsiteY3" fmla="*/ 0 h 162934"/>
                  <a:gd name="connsiteX4" fmla="*/ 0 w 162172"/>
                  <a:gd name="connsiteY4" fmla="*/ 81486 h 162934"/>
                  <a:gd name="connsiteX5" fmla="*/ 20869 w 162172"/>
                  <a:gd name="connsiteY5" fmla="*/ 81486 h 162934"/>
                  <a:gd name="connsiteX6" fmla="*/ 81048 w 162172"/>
                  <a:gd name="connsiteY6" fmla="*/ 20860 h 162934"/>
                  <a:gd name="connsiteX7" fmla="*/ 141303 w 162172"/>
                  <a:gd name="connsiteY7" fmla="*/ 81486 h 162934"/>
                  <a:gd name="connsiteX8" fmla="*/ 81048 w 162172"/>
                  <a:gd name="connsiteY8" fmla="*/ 142075 h 162934"/>
                  <a:gd name="connsiteX9" fmla="*/ 20869 w 162172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72" h="162934">
                    <a:moveTo>
                      <a:pt x="0" y="81486"/>
                    </a:moveTo>
                    <a:cubicBezTo>
                      <a:pt x="0" y="126387"/>
                      <a:pt x="36385" y="162935"/>
                      <a:pt x="81057" y="162935"/>
                    </a:cubicBezTo>
                    <a:cubicBezTo>
                      <a:pt x="125787" y="162935"/>
                      <a:pt x="162172" y="126387"/>
                      <a:pt x="162172" y="81486"/>
                    </a:cubicBezTo>
                    <a:cubicBezTo>
                      <a:pt x="162172" y="36547"/>
                      <a:pt x="125796" y="0"/>
                      <a:pt x="81057" y="0"/>
                    </a:cubicBezTo>
                    <a:cubicBezTo>
                      <a:pt x="36385" y="0"/>
                      <a:pt x="0" y="36547"/>
                      <a:pt x="0" y="81486"/>
                    </a:cubicBezTo>
                    <a:close/>
                    <a:moveTo>
                      <a:pt x="20869" y="81486"/>
                    </a:moveTo>
                    <a:cubicBezTo>
                      <a:pt x="20869" y="48063"/>
                      <a:pt x="47882" y="20860"/>
                      <a:pt x="81048" y="20860"/>
                    </a:cubicBezTo>
                    <a:cubicBezTo>
                      <a:pt x="114281" y="20860"/>
                      <a:pt x="141303" y="48063"/>
                      <a:pt x="141303" y="81486"/>
                    </a:cubicBezTo>
                    <a:cubicBezTo>
                      <a:pt x="141303" y="114891"/>
                      <a:pt x="114281" y="142075"/>
                      <a:pt x="81048" y="142075"/>
                    </a:cubicBezTo>
                    <a:cubicBezTo>
                      <a:pt x="47882" y="142075"/>
                      <a:pt x="20869" y="114891"/>
                      <a:pt x="20869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82D4DE21-190C-8E4F-96F1-AF310260702E}"/>
                  </a:ext>
                </a:extLst>
              </p:cNvPr>
              <p:cNvSpPr/>
              <p:nvPr/>
            </p:nvSpPr>
            <p:spPr>
              <a:xfrm>
                <a:off x="7488992" y="2248471"/>
                <a:ext cx="162134" cy="162934"/>
              </a:xfrm>
              <a:custGeom>
                <a:avLst/>
                <a:gdLst>
                  <a:gd name="connsiteX0" fmla="*/ 0 w 162134"/>
                  <a:gd name="connsiteY0" fmla="*/ 81486 h 162934"/>
                  <a:gd name="connsiteX1" fmla="*/ 81058 w 162134"/>
                  <a:gd name="connsiteY1" fmla="*/ 162935 h 162934"/>
                  <a:gd name="connsiteX2" fmla="*/ 162135 w 162134"/>
                  <a:gd name="connsiteY2" fmla="*/ 81486 h 162934"/>
                  <a:gd name="connsiteX3" fmla="*/ 81058 w 162134"/>
                  <a:gd name="connsiteY3" fmla="*/ 0 h 162934"/>
                  <a:gd name="connsiteX4" fmla="*/ 0 w 162134"/>
                  <a:gd name="connsiteY4" fmla="*/ 81486 h 162934"/>
                  <a:gd name="connsiteX5" fmla="*/ 20870 w 162134"/>
                  <a:gd name="connsiteY5" fmla="*/ 81486 h 162934"/>
                  <a:gd name="connsiteX6" fmla="*/ 81058 w 162134"/>
                  <a:gd name="connsiteY6" fmla="*/ 20860 h 162934"/>
                  <a:gd name="connsiteX7" fmla="*/ 141256 w 162134"/>
                  <a:gd name="connsiteY7" fmla="*/ 81486 h 162934"/>
                  <a:gd name="connsiteX8" fmla="*/ 81058 w 162134"/>
                  <a:gd name="connsiteY8" fmla="*/ 142075 h 162934"/>
                  <a:gd name="connsiteX9" fmla="*/ 20870 w 162134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34" h="162934">
                    <a:moveTo>
                      <a:pt x="0" y="81486"/>
                    </a:moveTo>
                    <a:cubicBezTo>
                      <a:pt x="0" y="126387"/>
                      <a:pt x="36367" y="162935"/>
                      <a:pt x="81058" y="162935"/>
                    </a:cubicBezTo>
                    <a:cubicBezTo>
                      <a:pt x="125749" y="162935"/>
                      <a:pt x="162135" y="126387"/>
                      <a:pt x="162135" y="81486"/>
                    </a:cubicBezTo>
                    <a:cubicBezTo>
                      <a:pt x="162135" y="36547"/>
                      <a:pt x="125759" y="0"/>
                      <a:pt x="81058" y="0"/>
                    </a:cubicBezTo>
                    <a:cubicBezTo>
                      <a:pt x="36367" y="0"/>
                      <a:pt x="0" y="36547"/>
                      <a:pt x="0" y="81486"/>
                    </a:cubicBezTo>
                    <a:close/>
                    <a:moveTo>
                      <a:pt x="20870" y="81486"/>
                    </a:moveTo>
                    <a:cubicBezTo>
                      <a:pt x="20870" y="48063"/>
                      <a:pt x="47883" y="20860"/>
                      <a:pt x="81058" y="20860"/>
                    </a:cubicBezTo>
                    <a:cubicBezTo>
                      <a:pt x="114253" y="20860"/>
                      <a:pt x="141256" y="48063"/>
                      <a:pt x="141256" y="81486"/>
                    </a:cubicBezTo>
                    <a:cubicBezTo>
                      <a:pt x="141256" y="114891"/>
                      <a:pt x="114253" y="142075"/>
                      <a:pt x="81058" y="142075"/>
                    </a:cubicBezTo>
                    <a:cubicBezTo>
                      <a:pt x="47873" y="142075"/>
                      <a:pt x="20870" y="114891"/>
                      <a:pt x="20870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F607C74F-FF2D-1947-9BAD-8C91C116DF15}"/>
                  </a:ext>
                </a:extLst>
              </p:cNvPr>
              <p:cNvSpPr/>
              <p:nvPr/>
            </p:nvSpPr>
            <p:spPr>
              <a:xfrm>
                <a:off x="6223434" y="2608411"/>
                <a:ext cx="162134" cy="162934"/>
              </a:xfrm>
              <a:custGeom>
                <a:avLst/>
                <a:gdLst>
                  <a:gd name="connsiteX0" fmla="*/ 0 w 162134"/>
                  <a:gd name="connsiteY0" fmla="*/ 81477 h 162934"/>
                  <a:gd name="connsiteX1" fmla="*/ 81029 w 162134"/>
                  <a:gd name="connsiteY1" fmla="*/ 162935 h 162934"/>
                  <a:gd name="connsiteX2" fmla="*/ 162135 w 162134"/>
                  <a:gd name="connsiteY2" fmla="*/ 81477 h 162934"/>
                  <a:gd name="connsiteX3" fmla="*/ 81029 w 162134"/>
                  <a:gd name="connsiteY3" fmla="*/ 0 h 162934"/>
                  <a:gd name="connsiteX4" fmla="*/ 0 w 162134"/>
                  <a:gd name="connsiteY4" fmla="*/ 81477 h 162934"/>
                  <a:gd name="connsiteX5" fmla="*/ 20869 w 162134"/>
                  <a:gd name="connsiteY5" fmla="*/ 81477 h 162934"/>
                  <a:gd name="connsiteX6" fmla="*/ 81020 w 162134"/>
                  <a:gd name="connsiteY6" fmla="*/ 20869 h 162934"/>
                  <a:gd name="connsiteX7" fmla="*/ 141265 w 162134"/>
                  <a:gd name="connsiteY7" fmla="*/ 81477 h 162934"/>
                  <a:gd name="connsiteX8" fmla="*/ 81020 w 162134"/>
                  <a:gd name="connsiteY8" fmla="*/ 142065 h 162934"/>
                  <a:gd name="connsiteX9" fmla="*/ 20869 w 162134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34" h="162934">
                    <a:moveTo>
                      <a:pt x="0" y="81477"/>
                    </a:moveTo>
                    <a:cubicBezTo>
                      <a:pt x="0" y="126387"/>
                      <a:pt x="36338" y="162935"/>
                      <a:pt x="81029" y="162935"/>
                    </a:cubicBezTo>
                    <a:cubicBezTo>
                      <a:pt x="125759" y="162935"/>
                      <a:pt x="162135" y="126387"/>
                      <a:pt x="162135" y="81477"/>
                    </a:cubicBezTo>
                    <a:cubicBezTo>
                      <a:pt x="162135" y="36547"/>
                      <a:pt x="125768" y="0"/>
                      <a:pt x="81029" y="0"/>
                    </a:cubicBezTo>
                    <a:cubicBezTo>
                      <a:pt x="36338" y="10"/>
                      <a:pt x="0" y="36557"/>
                      <a:pt x="0" y="81477"/>
                    </a:cubicBezTo>
                    <a:close/>
                    <a:moveTo>
                      <a:pt x="20869" y="81477"/>
                    </a:moveTo>
                    <a:cubicBezTo>
                      <a:pt x="20869" y="48063"/>
                      <a:pt x="47844" y="20869"/>
                      <a:pt x="81020" y="20869"/>
                    </a:cubicBezTo>
                    <a:cubicBezTo>
                      <a:pt x="114243" y="20869"/>
                      <a:pt x="141265" y="48063"/>
                      <a:pt x="141265" y="81477"/>
                    </a:cubicBezTo>
                    <a:cubicBezTo>
                      <a:pt x="141265" y="114881"/>
                      <a:pt x="114243" y="142065"/>
                      <a:pt x="81020" y="142065"/>
                    </a:cubicBezTo>
                    <a:cubicBezTo>
                      <a:pt x="47844" y="142075"/>
                      <a:pt x="20869" y="114891"/>
                      <a:pt x="2086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39ED93A4-92A0-8C4B-8794-6962934EAC29}"/>
                  </a:ext>
                </a:extLst>
              </p:cNvPr>
              <p:cNvSpPr/>
              <p:nvPr/>
            </p:nvSpPr>
            <p:spPr>
              <a:xfrm>
                <a:off x="6431308" y="2608411"/>
                <a:ext cx="161972" cy="162934"/>
              </a:xfrm>
              <a:custGeom>
                <a:avLst/>
                <a:gdLst>
                  <a:gd name="connsiteX0" fmla="*/ 0 w 161972"/>
                  <a:gd name="connsiteY0" fmla="*/ 81477 h 162934"/>
                  <a:gd name="connsiteX1" fmla="*/ 81039 w 161972"/>
                  <a:gd name="connsiteY1" fmla="*/ 162935 h 162934"/>
                  <a:gd name="connsiteX2" fmla="*/ 161973 w 161972"/>
                  <a:gd name="connsiteY2" fmla="*/ 81477 h 162934"/>
                  <a:gd name="connsiteX3" fmla="*/ 81039 w 161972"/>
                  <a:gd name="connsiteY3" fmla="*/ 0 h 162934"/>
                  <a:gd name="connsiteX4" fmla="*/ 0 w 161972"/>
                  <a:gd name="connsiteY4" fmla="*/ 81477 h 162934"/>
                  <a:gd name="connsiteX5" fmla="*/ 20879 w 161972"/>
                  <a:gd name="connsiteY5" fmla="*/ 81477 h 162934"/>
                  <a:gd name="connsiteX6" fmla="*/ 81039 w 161972"/>
                  <a:gd name="connsiteY6" fmla="*/ 20869 h 162934"/>
                  <a:gd name="connsiteX7" fmla="*/ 141103 w 161972"/>
                  <a:gd name="connsiteY7" fmla="*/ 81477 h 162934"/>
                  <a:gd name="connsiteX8" fmla="*/ 81039 w 161972"/>
                  <a:gd name="connsiteY8" fmla="*/ 142065 h 162934"/>
                  <a:gd name="connsiteX9" fmla="*/ 20879 w 161972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72" h="162934">
                    <a:moveTo>
                      <a:pt x="0" y="81477"/>
                    </a:moveTo>
                    <a:cubicBezTo>
                      <a:pt x="0" y="126387"/>
                      <a:pt x="36338" y="162935"/>
                      <a:pt x="81039" y="162935"/>
                    </a:cubicBezTo>
                    <a:cubicBezTo>
                      <a:pt x="125692" y="162935"/>
                      <a:pt x="161973" y="126387"/>
                      <a:pt x="161973" y="81477"/>
                    </a:cubicBezTo>
                    <a:cubicBezTo>
                      <a:pt x="161973" y="36547"/>
                      <a:pt x="125692" y="0"/>
                      <a:pt x="81039" y="0"/>
                    </a:cubicBezTo>
                    <a:cubicBezTo>
                      <a:pt x="36347" y="10"/>
                      <a:pt x="0" y="36557"/>
                      <a:pt x="0" y="81477"/>
                    </a:cubicBezTo>
                    <a:close/>
                    <a:moveTo>
                      <a:pt x="20879" y="81477"/>
                    </a:moveTo>
                    <a:cubicBezTo>
                      <a:pt x="20879" y="48063"/>
                      <a:pt x="47873" y="20869"/>
                      <a:pt x="81039" y="20869"/>
                    </a:cubicBezTo>
                    <a:cubicBezTo>
                      <a:pt x="114176" y="20869"/>
                      <a:pt x="141103" y="48063"/>
                      <a:pt x="141103" y="81477"/>
                    </a:cubicBezTo>
                    <a:cubicBezTo>
                      <a:pt x="141103" y="114881"/>
                      <a:pt x="114176" y="142065"/>
                      <a:pt x="81039" y="142065"/>
                    </a:cubicBezTo>
                    <a:cubicBezTo>
                      <a:pt x="47873" y="142075"/>
                      <a:pt x="20879" y="114891"/>
                      <a:pt x="2087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6819A2BB-07C0-9948-97A0-537D219F0A44}"/>
                  </a:ext>
                </a:extLst>
              </p:cNvPr>
              <p:cNvSpPr/>
              <p:nvPr/>
            </p:nvSpPr>
            <p:spPr>
              <a:xfrm>
                <a:off x="6639210" y="2608411"/>
                <a:ext cx="161925" cy="162934"/>
              </a:xfrm>
              <a:custGeom>
                <a:avLst/>
                <a:gdLst>
                  <a:gd name="connsiteX0" fmla="*/ 0 w 161925"/>
                  <a:gd name="connsiteY0" fmla="*/ 81477 h 162934"/>
                  <a:gd name="connsiteX1" fmla="*/ 80915 w 161925"/>
                  <a:gd name="connsiteY1" fmla="*/ 162935 h 162934"/>
                  <a:gd name="connsiteX2" fmla="*/ 161925 w 161925"/>
                  <a:gd name="connsiteY2" fmla="*/ 81477 h 162934"/>
                  <a:gd name="connsiteX3" fmla="*/ 80915 w 161925"/>
                  <a:gd name="connsiteY3" fmla="*/ 0 h 162934"/>
                  <a:gd name="connsiteX4" fmla="*/ 0 w 161925"/>
                  <a:gd name="connsiteY4" fmla="*/ 81477 h 162934"/>
                  <a:gd name="connsiteX5" fmla="*/ 20860 w 161925"/>
                  <a:gd name="connsiteY5" fmla="*/ 81477 h 162934"/>
                  <a:gd name="connsiteX6" fmla="*/ 80924 w 161925"/>
                  <a:gd name="connsiteY6" fmla="*/ 20869 h 162934"/>
                  <a:gd name="connsiteX7" fmla="*/ 141075 w 161925"/>
                  <a:gd name="connsiteY7" fmla="*/ 81477 h 162934"/>
                  <a:gd name="connsiteX8" fmla="*/ 80924 w 161925"/>
                  <a:gd name="connsiteY8" fmla="*/ 142065 h 162934"/>
                  <a:gd name="connsiteX9" fmla="*/ 20860 w 161925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77"/>
                    </a:moveTo>
                    <a:cubicBezTo>
                      <a:pt x="0" y="126387"/>
                      <a:pt x="36290" y="162935"/>
                      <a:pt x="80915" y="162935"/>
                    </a:cubicBezTo>
                    <a:cubicBezTo>
                      <a:pt x="125578" y="162935"/>
                      <a:pt x="161925" y="126387"/>
                      <a:pt x="161925" y="81477"/>
                    </a:cubicBezTo>
                    <a:cubicBezTo>
                      <a:pt x="161925" y="36547"/>
                      <a:pt x="125587" y="0"/>
                      <a:pt x="80915" y="0"/>
                    </a:cubicBezTo>
                    <a:cubicBezTo>
                      <a:pt x="36290" y="10"/>
                      <a:pt x="0" y="36557"/>
                      <a:pt x="0" y="81477"/>
                    </a:cubicBezTo>
                    <a:close/>
                    <a:moveTo>
                      <a:pt x="20860" y="81477"/>
                    </a:moveTo>
                    <a:cubicBezTo>
                      <a:pt x="20860" y="48063"/>
                      <a:pt x="47806" y="20869"/>
                      <a:pt x="80924" y="20869"/>
                    </a:cubicBezTo>
                    <a:cubicBezTo>
                      <a:pt x="114081" y="20869"/>
                      <a:pt x="141075" y="48063"/>
                      <a:pt x="141075" y="81477"/>
                    </a:cubicBezTo>
                    <a:cubicBezTo>
                      <a:pt x="141075" y="114881"/>
                      <a:pt x="114081" y="142065"/>
                      <a:pt x="80924" y="142065"/>
                    </a:cubicBezTo>
                    <a:cubicBezTo>
                      <a:pt x="47806" y="142075"/>
                      <a:pt x="20860" y="114891"/>
                      <a:pt x="20860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01B7979D-E50F-F54F-B62C-A5FF1C5CC508}"/>
                  </a:ext>
                </a:extLst>
              </p:cNvPr>
              <p:cNvSpPr/>
              <p:nvPr/>
            </p:nvSpPr>
            <p:spPr>
              <a:xfrm>
                <a:off x="7054824" y="2608411"/>
                <a:ext cx="162172" cy="162934"/>
              </a:xfrm>
              <a:custGeom>
                <a:avLst/>
                <a:gdLst>
                  <a:gd name="connsiteX0" fmla="*/ 0 w 162172"/>
                  <a:gd name="connsiteY0" fmla="*/ 81477 h 162934"/>
                  <a:gd name="connsiteX1" fmla="*/ 81058 w 162172"/>
                  <a:gd name="connsiteY1" fmla="*/ 162935 h 162934"/>
                  <a:gd name="connsiteX2" fmla="*/ 162173 w 162172"/>
                  <a:gd name="connsiteY2" fmla="*/ 81477 h 162934"/>
                  <a:gd name="connsiteX3" fmla="*/ 138456 w 162172"/>
                  <a:gd name="connsiteY3" fmla="*/ 23851 h 162934"/>
                  <a:gd name="connsiteX4" fmla="*/ 81067 w 162172"/>
                  <a:gd name="connsiteY4" fmla="*/ 0 h 162934"/>
                  <a:gd name="connsiteX5" fmla="*/ 0 w 162172"/>
                  <a:gd name="connsiteY5" fmla="*/ 81477 h 162934"/>
                  <a:gd name="connsiteX6" fmla="*/ 20869 w 162172"/>
                  <a:gd name="connsiteY6" fmla="*/ 81477 h 162934"/>
                  <a:gd name="connsiteX7" fmla="*/ 81048 w 162172"/>
                  <a:gd name="connsiteY7" fmla="*/ 20869 h 162934"/>
                  <a:gd name="connsiteX8" fmla="*/ 123682 w 162172"/>
                  <a:gd name="connsiteY8" fmla="*/ 38567 h 162934"/>
                  <a:gd name="connsiteX9" fmla="*/ 141313 w 162172"/>
                  <a:gd name="connsiteY9" fmla="*/ 81477 h 162934"/>
                  <a:gd name="connsiteX10" fmla="*/ 81058 w 162172"/>
                  <a:gd name="connsiteY10" fmla="*/ 142065 h 162934"/>
                  <a:gd name="connsiteX11" fmla="*/ 20869 w 162172"/>
                  <a:gd name="connsiteY11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172" h="162934">
                    <a:moveTo>
                      <a:pt x="0" y="81477"/>
                    </a:moveTo>
                    <a:cubicBezTo>
                      <a:pt x="0" y="126387"/>
                      <a:pt x="36376" y="162935"/>
                      <a:pt x="81058" y="162935"/>
                    </a:cubicBezTo>
                    <a:cubicBezTo>
                      <a:pt x="125787" y="162935"/>
                      <a:pt x="162173" y="126387"/>
                      <a:pt x="162173" y="81477"/>
                    </a:cubicBezTo>
                    <a:cubicBezTo>
                      <a:pt x="162173" y="59684"/>
                      <a:pt x="153762" y="39224"/>
                      <a:pt x="138456" y="23851"/>
                    </a:cubicBezTo>
                    <a:cubicBezTo>
                      <a:pt x="123168" y="8477"/>
                      <a:pt x="102794" y="0"/>
                      <a:pt x="81067" y="0"/>
                    </a:cubicBezTo>
                    <a:cubicBezTo>
                      <a:pt x="36376" y="10"/>
                      <a:pt x="0" y="36557"/>
                      <a:pt x="0" y="81477"/>
                    </a:cubicBezTo>
                    <a:close/>
                    <a:moveTo>
                      <a:pt x="20869" y="81477"/>
                    </a:moveTo>
                    <a:cubicBezTo>
                      <a:pt x="20869" y="48063"/>
                      <a:pt x="47873" y="20869"/>
                      <a:pt x="81048" y="20869"/>
                    </a:cubicBezTo>
                    <a:cubicBezTo>
                      <a:pt x="97184" y="20869"/>
                      <a:pt x="112300" y="27156"/>
                      <a:pt x="123682" y="38567"/>
                    </a:cubicBezTo>
                    <a:cubicBezTo>
                      <a:pt x="135036" y="50006"/>
                      <a:pt x="141313" y="65256"/>
                      <a:pt x="141313" y="81477"/>
                    </a:cubicBezTo>
                    <a:cubicBezTo>
                      <a:pt x="141313" y="114881"/>
                      <a:pt x="114281" y="142065"/>
                      <a:pt x="81058" y="142065"/>
                    </a:cubicBezTo>
                    <a:cubicBezTo>
                      <a:pt x="47873" y="142075"/>
                      <a:pt x="20869" y="114891"/>
                      <a:pt x="2086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612E2041-97C3-2649-990A-9A582850C491}"/>
                  </a:ext>
                </a:extLst>
              </p:cNvPr>
              <p:cNvSpPr/>
              <p:nvPr/>
            </p:nvSpPr>
            <p:spPr>
              <a:xfrm>
                <a:off x="7262764" y="2608411"/>
                <a:ext cx="162068" cy="162934"/>
              </a:xfrm>
              <a:custGeom>
                <a:avLst/>
                <a:gdLst>
                  <a:gd name="connsiteX0" fmla="*/ 0 w 162068"/>
                  <a:gd name="connsiteY0" fmla="*/ 81477 h 162934"/>
                  <a:gd name="connsiteX1" fmla="*/ 81077 w 162068"/>
                  <a:gd name="connsiteY1" fmla="*/ 162935 h 162934"/>
                  <a:gd name="connsiteX2" fmla="*/ 162068 w 162068"/>
                  <a:gd name="connsiteY2" fmla="*/ 81477 h 162934"/>
                  <a:gd name="connsiteX3" fmla="*/ 81077 w 162068"/>
                  <a:gd name="connsiteY3" fmla="*/ 0 h 162934"/>
                  <a:gd name="connsiteX4" fmla="*/ 0 w 162068"/>
                  <a:gd name="connsiteY4" fmla="*/ 81477 h 162934"/>
                  <a:gd name="connsiteX5" fmla="*/ 20879 w 162068"/>
                  <a:gd name="connsiteY5" fmla="*/ 81477 h 162934"/>
                  <a:gd name="connsiteX6" fmla="*/ 81077 w 162068"/>
                  <a:gd name="connsiteY6" fmla="*/ 20869 h 162934"/>
                  <a:gd name="connsiteX7" fmla="*/ 141198 w 162068"/>
                  <a:gd name="connsiteY7" fmla="*/ 81477 h 162934"/>
                  <a:gd name="connsiteX8" fmla="*/ 81077 w 162068"/>
                  <a:gd name="connsiteY8" fmla="*/ 142065 h 162934"/>
                  <a:gd name="connsiteX9" fmla="*/ 20879 w 162068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068" h="162934">
                    <a:moveTo>
                      <a:pt x="0" y="81477"/>
                    </a:moveTo>
                    <a:cubicBezTo>
                      <a:pt x="0" y="126387"/>
                      <a:pt x="36376" y="162935"/>
                      <a:pt x="81077" y="162935"/>
                    </a:cubicBezTo>
                    <a:cubicBezTo>
                      <a:pt x="125739" y="162935"/>
                      <a:pt x="162068" y="126387"/>
                      <a:pt x="162068" y="81477"/>
                    </a:cubicBezTo>
                    <a:cubicBezTo>
                      <a:pt x="162068" y="36547"/>
                      <a:pt x="125749" y="0"/>
                      <a:pt x="81077" y="0"/>
                    </a:cubicBezTo>
                    <a:cubicBezTo>
                      <a:pt x="36376" y="10"/>
                      <a:pt x="0" y="36557"/>
                      <a:pt x="0" y="81477"/>
                    </a:cubicBezTo>
                    <a:close/>
                    <a:moveTo>
                      <a:pt x="20879" y="81477"/>
                    </a:moveTo>
                    <a:cubicBezTo>
                      <a:pt x="20879" y="48063"/>
                      <a:pt x="47882" y="20869"/>
                      <a:pt x="81077" y="20869"/>
                    </a:cubicBezTo>
                    <a:cubicBezTo>
                      <a:pt x="114233" y="20869"/>
                      <a:pt x="141198" y="48063"/>
                      <a:pt x="141198" y="81477"/>
                    </a:cubicBezTo>
                    <a:cubicBezTo>
                      <a:pt x="141198" y="114881"/>
                      <a:pt x="114233" y="142065"/>
                      <a:pt x="81077" y="142065"/>
                    </a:cubicBezTo>
                    <a:cubicBezTo>
                      <a:pt x="47873" y="142075"/>
                      <a:pt x="20879" y="114891"/>
                      <a:pt x="2087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138EC7F6-CB42-1E4D-91CC-E157D4A6C31F}"/>
                  </a:ext>
                </a:extLst>
              </p:cNvPr>
              <p:cNvSpPr/>
              <p:nvPr/>
            </p:nvSpPr>
            <p:spPr>
              <a:xfrm>
                <a:off x="7470667" y="2608411"/>
                <a:ext cx="162143" cy="162934"/>
              </a:xfrm>
              <a:custGeom>
                <a:avLst/>
                <a:gdLst>
                  <a:gd name="connsiteX0" fmla="*/ 0 w 162143"/>
                  <a:gd name="connsiteY0" fmla="*/ 81477 h 162934"/>
                  <a:gd name="connsiteX1" fmla="*/ 81019 w 162143"/>
                  <a:gd name="connsiteY1" fmla="*/ 162935 h 162934"/>
                  <a:gd name="connsiteX2" fmla="*/ 162144 w 162143"/>
                  <a:gd name="connsiteY2" fmla="*/ 81477 h 162934"/>
                  <a:gd name="connsiteX3" fmla="*/ 81019 w 162143"/>
                  <a:gd name="connsiteY3" fmla="*/ 0 h 162934"/>
                  <a:gd name="connsiteX4" fmla="*/ 0 w 162143"/>
                  <a:gd name="connsiteY4" fmla="*/ 81477 h 162934"/>
                  <a:gd name="connsiteX5" fmla="*/ 20869 w 162143"/>
                  <a:gd name="connsiteY5" fmla="*/ 81477 h 162934"/>
                  <a:gd name="connsiteX6" fmla="*/ 81019 w 162143"/>
                  <a:gd name="connsiteY6" fmla="*/ 20869 h 162934"/>
                  <a:gd name="connsiteX7" fmla="*/ 141265 w 162143"/>
                  <a:gd name="connsiteY7" fmla="*/ 81477 h 162934"/>
                  <a:gd name="connsiteX8" fmla="*/ 81019 w 162143"/>
                  <a:gd name="connsiteY8" fmla="*/ 142065 h 162934"/>
                  <a:gd name="connsiteX9" fmla="*/ 20869 w 162143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3" h="162934">
                    <a:moveTo>
                      <a:pt x="0" y="81477"/>
                    </a:moveTo>
                    <a:cubicBezTo>
                      <a:pt x="0" y="126387"/>
                      <a:pt x="36347" y="162935"/>
                      <a:pt x="81019" y="162935"/>
                    </a:cubicBezTo>
                    <a:cubicBezTo>
                      <a:pt x="125739" y="162935"/>
                      <a:pt x="162144" y="126387"/>
                      <a:pt x="162144" y="81477"/>
                    </a:cubicBezTo>
                    <a:cubicBezTo>
                      <a:pt x="162144" y="36547"/>
                      <a:pt x="125749" y="0"/>
                      <a:pt x="81019" y="0"/>
                    </a:cubicBezTo>
                    <a:cubicBezTo>
                      <a:pt x="36357" y="10"/>
                      <a:pt x="0" y="36557"/>
                      <a:pt x="0" y="81477"/>
                    </a:cubicBezTo>
                    <a:close/>
                    <a:moveTo>
                      <a:pt x="20869" y="81477"/>
                    </a:moveTo>
                    <a:cubicBezTo>
                      <a:pt x="20869" y="48063"/>
                      <a:pt x="47853" y="20869"/>
                      <a:pt x="81019" y="20869"/>
                    </a:cubicBezTo>
                    <a:cubicBezTo>
                      <a:pt x="114262" y="20869"/>
                      <a:pt x="141265" y="48063"/>
                      <a:pt x="141265" y="81477"/>
                    </a:cubicBezTo>
                    <a:cubicBezTo>
                      <a:pt x="141265" y="114881"/>
                      <a:pt x="114262" y="142065"/>
                      <a:pt x="81019" y="142065"/>
                    </a:cubicBezTo>
                    <a:cubicBezTo>
                      <a:pt x="47853" y="142075"/>
                      <a:pt x="20869" y="114891"/>
                      <a:pt x="2086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F0664F27-3928-C149-90CF-41D94DA0D435}"/>
                  </a:ext>
                </a:extLst>
              </p:cNvPr>
              <p:cNvSpPr/>
              <p:nvPr/>
            </p:nvSpPr>
            <p:spPr>
              <a:xfrm>
                <a:off x="7678569" y="2608421"/>
                <a:ext cx="162134" cy="162934"/>
              </a:xfrm>
              <a:custGeom>
                <a:avLst/>
                <a:gdLst>
                  <a:gd name="connsiteX0" fmla="*/ 23679 w 162134"/>
                  <a:gd name="connsiteY0" fmla="*/ 23851 h 162934"/>
                  <a:gd name="connsiteX1" fmla="*/ 0 w 162134"/>
                  <a:gd name="connsiteY1" fmla="*/ 81477 h 162934"/>
                  <a:gd name="connsiteX2" fmla="*/ 23679 w 162134"/>
                  <a:gd name="connsiteY2" fmla="*/ 139017 h 162934"/>
                  <a:gd name="connsiteX3" fmla="*/ 81058 w 162134"/>
                  <a:gd name="connsiteY3" fmla="*/ 162935 h 162934"/>
                  <a:gd name="connsiteX4" fmla="*/ 162135 w 162134"/>
                  <a:gd name="connsiteY4" fmla="*/ 81477 h 162934"/>
                  <a:gd name="connsiteX5" fmla="*/ 81058 w 162134"/>
                  <a:gd name="connsiteY5" fmla="*/ 0 h 162934"/>
                  <a:gd name="connsiteX6" fmla="*/ 23679 w 162134"/>
                  <a:gd name="connsiteY6" fmla="*/ 23851 h 162934"/>
                  <a:gd name="connsiteX7" fmla="*/ 38491 w 162134"/>
                  <a:gd name="connsiteY7" fmla="*/ 124301 h 162934"/>
                  <a:gd name="connsiteX8" fmla="*/ 20860 w 162134"/>
                  <a:gd name="connsiteY8" fmla="*/ 81467 h 162934"/>
                  <a:gd name="connsiteX9" fmla="*/ 38491 w 162134"/>
                  <a:gd name="connsiteY9" fmla="*/ 38557 h 162934"/>
                  <a:gd name="connsiteX10" fmla="*/ 81058 w 162134"/>
                  <a:gd name="connsiteY10" fmla="*/ 20860 h 162934"/>
                  <a:gd name="connsiteX11" fmla="*/ 141275 w 162134"/>
                  <a:gd name="connsiteY11" fmla="*/ 81467 h 162934"/>
                  <a:gd name="connsiteX12" fmla="*/ 81058 w 162134"/>
                  <a:gd name="connsiteY12" fmla="*/ 142056 h 162934"/>
                  <a:gd name="connsiteX13" fmla="*/ 38491 w 162134"/>
                  <a:gd name="connsiteY13" fmla="*/ 124301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34" h="162934">
                    <a:moveTo>
                      <a:pt x="23679" y="23851"/>
                    </a:moveTo>
                    <a:cubicBezTo>
                      <a:pt x="8411" y="39224"/>
                      <a:pt x="0" y="59684"/>
                      <a:pt x="0" y="81477"/>
                    </a:cubicBezTo>
                    <a:cubicBezTo>
                      <a:pt x="0" y="103203"/>
                      <a:pt x="8420" y="123634"/>
                      <a:pt x="23679" y="139017"/>
                    </a:cubicBezTo>
                    <a:cubicBezTo>
                      <a:pt x="38986" y="154438"/>
                      <a:pt x="59350" y="162935"/>
                      <a:pt x="81058" y="162935"/>
                    </a:cubicBezTo>
                    <a:cubicBezTo>
                      <a:pt x="125768" y="162935"/>
                      <a:pt x="162135" y="126387"/>
                      <a:pt x="162135" y="81477"/>
                    </a:cubicBezTo>
                    <a:cubicBezTo>
                      <a:pt x="162135" y="36547"/>
                      <a:pt x="125778" y="0"/>
                      <a:pt x="81058" y="0"/>
                    </a:cubicBezTo>
                    <a:cubicBezTo>
                      <a:pt x="59350" y="0"/>
                      <a:pt x="38958" y="8468"/>
                      <a:pt x="23679" y="23851"/>
                    </a:cubicBezTo>
                    <a:close/>
                    <a:moveTo>
                      <a:pt x="38491" y="124301"/>
                    </a:moveTo>
                    <a:cubicBezTo>
                      <a:pt x="27118" y="112852"/>
                      <a:pt x="20860" y="97641"/>
                      <a:pt x="20860" y="81467"/>
                    </a:cubicBezTo>
                    <a:cubicBezTo>
                      <a:pt x="20860" y="65227"/>
                      <a:pt x="27108" y="49978"/>
                      <a:pt x="38491" y="38557"/>
                    </a:cubicBezTo>
                    <a:cubicBezTo>
                      <a:pt x="49816" y="27146"/>
                      <a:pt x="64932" y="20860"/>
                      <a:pt x="81058" y="20860"/>
                    </a:cubicBezTo>
                    <a:cubicBezTo>
                      <a:pt x="114243" y="20860"/>
                      <a:pt x="141275" y="48054"/>
                      <a:pt x="141275" y="81467"/>
                    </a:cubicBezTo>
                    <a:cubicBezTo>
                      <a:pt x="141275" y="114871"/>
                      <a:pt x="114243" y="142056"/>
                      <a:pt x="81058" y="142056"/>
                    </a:cubicBezTo>
                    <a:cubicBezTo>
                      <a:pt x="64980" y="142065"/>
                      <a:pt x="49854" y="135769"/>
                      <a:pt x="38491" y="12430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</p:grpSp>
        <p:grpSp>
          <p:nvGrpSpPr>
            <p:cNvPr id="31" name="Graphic 18">
              <a:extLst>
                <a:ext uri="{FF2B5EF4-FFF2-40B4-BE49-F238E27FC236}">
                  <a16:creationId xmlns:a16="http://schemas.microsoft.com/office/drawing/2014/main" id="{38F497CA-9DFB-E44F-93EE-E09EA115AC0D}"/>
                </a:ext>
              </a:extLst>
            </p:cNvPr>
            <p:cNvGrpSpPr/>
            <p:nvPr/>
          </p:nvGrpSpPr>
          <p:grpSpPr>
            <a:xfrm>
              <a:off x="3450865" y="3696519"/>
              <a:ext cx="4857639" cy="1083897"/>
              <a:chOff x="3450865" y="3696519"/>
              <a:chExt cx="4857639" cy="1083897"/>
            </a:xfrm>
            <a:grpFill/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4B88126-2A68-9746-ADD0-BFD78F18B0ED}"/>
                  </a:ext>
                </a:extLst>
              </p:cNvPr>
              <p:cNvSpPr/>
              <p:nvPr/>
            </p:nvSpPr>
            <p:spPr>
              <a:xfrm>
                <a:off x="3450865" y="3696757"/>
                <a:ext cx="843985" cy="1083421"/>
              </a:xfrm>
              <a:custGeom>
                <a:avLst/>
                <a:gdLst>
                  <a:gd name="connsiteX0" fmla="*/ 427010 w 843985"/>
                  <a:gd name="connsiteY0" fmla="*/ 162240 h 1083421"/>
                  <a:gd name="connsiteX1" fmla="*/ 261789 w 843985"/>
                  <a:gd name="connsiteY1" fmla="*/ 296485 h 1083421"/>
                  <a:gd name="connsiteX2" fmla="*/ 453727 w 843985"/>
                  <a:gd name="connsiteY2" fmla="*/ 440160 h 1083421"/>
                  <a:gd name="connsiteX3" fmla="*/ 843985 w 843985"/>
                  <a:gd name="connsiteY3" fmla="*/ 734873 h 1083421"/>
                  <a:gd name="connsiteX4" fmla="*/ 397482 w 843985"/>
                  <a:gd name="connsiteY4" fmla="*/ 1083421 h 1083421"/>
                  <a:gd name="connsiteX5" fmla="*/ 223 w 843985"/>
                  <a:gd name="connsiteY5" fmla="*/ 727691 h 1083421"/>
                  <a:gd name="connsiteX6" fmla="*/ 225889 w 843985"/>
                  <a:gd name="connsiteY6" fmla="*/ 727691 h 1083421"/>
                  <a:gd name="connsiteX7" fmla="*/ 399463 w 843985"/>
                  <a:gd name="connsiteY7" fmla="*/ 921258 h 1083421"/>
                  <a:gd name="connsiteX8" fmla="*/ 608175 w 843985"/>
                  <a:gd name="connsiteY8" fmla="*/ 783346 h 1083421"/>
                  <a:gd name="connsiteX9" fmla="*/ 369126 w 843985"/>
                  <a:gd name="connsiteY9" fmla="*/ 629488 h 1083421"/>
                  <a:gd name="connsiteX10" fmla="*/ 25978 w 843985"/>
                  <a:gd name="connsiteY10" fmla="*/ 343386 h 1083421"/>
                  <a:gd name="connsiteX11" fmla="*/ 457337 w 843985"/>
                  <a:gd name="connsiteY11" fmla="*/ 0 h 1083421"/>
                  <a:gd name="connsiteX12" fmla="*/ 815439 w 843985"/>
                  <a:gd name="connsiteY12" fmla="*/ 318840 h 1083421"/>
                  <a:gd name="connsiteX13" fmla="*/ 599403 w 843985"/>
                  <a:gd name="connsiteY13" fmla="*/ 319659 h 1083421"/>
                  <a:gd name="connsiteX14" fmla="*/ 427010 w 843985"/>
                  <a:gd name="connsiteY14" fmla="*/ 162240 h 1083421"/>
                  <a:gd name="connsiteX15" fmla="*/ 427010 w 843985"/>
                  <a:gd name="connsiteY15" fmla="*/ 162240 h 1083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43985" h="1083421">
                    <a:moveTo>
                      <a:pt x="427010" y="162240"/>
                    </a:moveTo>
                    <a:cubicBezTo>
                      <a:pt x="345209" y="162240"/>
                      <a:pt x="261789" y="205492"/>
                      <a:pt x="261789" y="296485"/>
                    </a:cubicBezTo>
                    <a:cubicBezTo>
                      <a:pt x="261789" y="409223"/>
                      <a:pt x="362335" y="422205"/>
                      <a:pt x="453727" y="440160"/>
                    </a:cubicBezTo>
                    <a:cubicBezTo>
                      <a:pt x="612376" y="480460"/>
                      <a:pt x="843985" y="525361"/>
                      <a:pt x="843985" y="734873"/>
                    </a:cubicBezTo>
                    <a:cubicBezTo>
                      <a:pt x="843985" y="993648"/>
                      <a:pt x="620938" y="1083421"/>
                      <a:pt x="397482" y="1083421"/>
                    </a:cubicBezTo>
                    <a:cubicBezTo>
                      <a:pt x="160224" y="1083421"/>
                      <a:pt x="-6959" y="990886"/>
                      <a:pt x="223" y="727691"/>
                    </a:cubicBezTo>
                    <a:lnTo>
                      <a:pt x="225889" y="727691"/>
                    </a:lnTo>
                    <a:cubicBezTo>
                      <a:pt x="217288" y="843191"/>
                      <a:pt x="283573" y="921258"/>
                      <a:pt x="399463" y="921258"/>
                    </a:cubicBezTo>
                    <a:cubicBezTo>
                      <a:pt x="489284" y="921258"/>
                      <a:pt x="608175" y="894064"/>
                      <a:pt x="608175" y="783346"/>
                    </a:cubicBezTo>
                    <a:cubicBezTo>
                      <a:pt x="608175" y="661026"/>
                      <a:pt x="458909" y="652453"/>
                      <a:pt x="369126" y="629488"/>
                    </a:cubicBezTo>
                    <a:cubicBezTo>
                      <a:pt x="223279" y="593389"/>
                      <a:pt x="25978" y="527352"/>
                      <a:pt x="25978" y="343386"/>
                    </a:cubicBezTo>
                    <a:cubicBezTo>
                      <a:pt x="25978" y="105756"/>
                      <a:pt x="243244" y="0"/>
                      <a:pt x="457337" y="0"/>
                    </a:cubicBezTo>
                    <a:cubicBezTo>
                      <a:pt x="659658" y="0"/>
                      <a:pt x="815439" y="109909"/>
                      <a:pt x="815439" y="318840"/>
                    </a:cubicBezTo>
                    <a:lnTo>
                      <a:pt x="599403" y="319659"/>
                    </a:lnTo>
                    <a:cubicBezTo>
                      <a:pt x="590811" y="214103"/>
                      <a:pt x="534709" y="162240"/>
                      <a:pt x="427010" y="162240"/>
                    </a:cubicBezTo>
                    <a:lnTo>
                      <a:pt x="427010" y="16224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67AA3F8-9D4F-FE41-A205-27082F0918A3}"/>
                  </a:ext>
                </a:extLst>
              </p:cNvPr>
              <p:cNvSpPr/>
              <p:nvPr/>
            </p:nvSpPr>
            <p:spPr>
              <a:xfrm>
                <a:off x="4410779" y="4014006"/>
                <a:ext cx="750846" cy="766400"/>
              </a:xfrm>
              <a:custGeom>
                <a:avLst/>
                <a:gdLst>
                  <a:gd name="connsiteX0" fmla="*/ 375275 w 750846"/>
                  <a:gd name="connsiteY0" fmla="*/ 766401 h 766400"/>
                  <a:gd name="connsiteX1" fmla="*/ 0 w 750846"/>
                  <a:gd name="connsiteY1" fmla="*/ 383105 h 766400"/>
                  <a:gd name="connsiteX2" fmla="*/ 375275 w 750846"/>
                  <a:gd name="connsiteY2" fmla="*/ 0 h 766400"/>
                  <a:gd name="connsiteX3" fmla="*/ 750846 w 750846"/>
                  <a:gd name="connsiteY3" fmla="*/ 383105 h 766400"/>
                  <a:gd name="connsiteX4" fmla="*/ 375275 w 750846"/>
                  <a:gd name="connsiteY4" fmla="*/ 766401 h 766400"/>
                  <a:gd name="connsiteX5" fmla="*/ 375275 w 750846"/>
                  <a:gd name="connsiteY5" fmla="*/ 766401 h 766400"/>
                  <a:gd name="connsiteX6" fmla="*/ 375275 w 750846"/>
                  <a:gd name="connsiteY6" fmla="*/ 621925 h 766400"/>
                  <a:gd name="connsiteX7" fmla="*/ 528152 w 750846"/>
                  <a:gd name="connsiteY7" fmla="*/ 383105 h 766400"/>
                  <a:gd name="connsiteX8" fmla="*/ 375275 w 750846"/>
                  <a:gd name="connsiteY8" fmla="*/ 144447 h 766400"/>
                  <a:gd name="connsiteX9" fmla="*/ 222475 w 750846"/>
                  <a:gd name="connsiteY9" fmla="*/ 383105 h 766400"/>
                  <a:gd name="connsiteX10" fmla="*/ 375275 w 750846"/>
                  <a:gd name="connsiteY10" fmla="*/ 621925 h 766400"/>
                  <a:gd name="connsiteX11" fmla="*/ 375275 w 750846"/>
                  <a:gd name="connsiteY11" fmla="*/ 621925 h 76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50846" h="766400">
                    <a:moveTo>
                      <a:pt x="375275" y="766401"/>
                    </a:moveTo>
                    <a:cubicBezTo>
                      <a:pt x="140694" y="766401"/>
                      <a:pt x="0" y="610391"/>
                      <a:pt x="0" y="383105"/>
                    </a:cubicBezTo>
                    <a:cubicBezTo>
                      <a:pt x="0" y="156020"/>
                      <a:pt x="140694" y="0"/>
                      <a:pt x="375275" y="0"/>
                    </a:cubicBezTo>
                    <a:cubicBezTo>
                      <a:pt x="610124" y="0"/>
                      <a:pt x="750846" y="156020"/>
                      <a:pt x="750846" y="383105"/>
                    </a:cubicBezTo>
                    <a:cubicBezTo>
                      <a:pt x="750837" y="610391"/>
                      <a:pt x="610124" y="766401"/>
                      <a:pt x="375275" y="766401"/>
                    </a:cubicBezTo>
                    <a:lnTo>
                      <a:pt x="375275" y="766401"/>
                    </a:lnTo>
                    <a:close/>
                    <a:moveTo>
                      <a:pt x="375275" y="621925"/>
                    </a:moveTo>
                    <a:cubicBezTo>
                      <a:pt x="506816" y="621925"/>
                      <a:pt x="528152" y="498215"/>
                      <a:pt x="528152" y="383105"/>
                    </a:cubicBezTo>
                    <a:cubicBezTo>
                      <a:pt x="528152" y="268186"/>
                      <a:pt x="506816" y="144447"/>
                      <a:pt x="375275" y="144447"/>
                    </a:cubicBezTo>
                    <a:cubicBezTo>
                      <a:pt x="244011" y="144447"/>
                      <a:pt x="222475" y="268176"/>
                      <a:pt x="222475" y="383105"/>
                    </a:cubicBezTo>
                    <a:cubicBezTo>
                      <a:pt x="222475" y="498215"/>
                      <a:pt x="244002" y="621925"/>
                      <a:pt x="375275" y="621925"/>
                    </a:cubicBezTo>
                    <a:lnTo>
                      <a:pt x="375275" y="62192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E33FB439-443D-134A-A640-258A50111109}"/>
                  </a:ext>
                </a:extLst>
              </p:cNvPr>
              <p:cNvSpPr/>
              <p:nvPr/>
            </p:nvSpPr>
            <p:spPr>
              <a:xfrm>
                <a:off x="5175761" y="3696519"/>
                <a:ext cx="472478" cy="1063323"/>
              </a:xfrm>
              <a:custGeom>
                <a:avLst/>
                <a:gdLst>
                  <a:gd name="connsiteX0" fmla="*/ 323250 w 472478"/>
                  <a:gd name="connsiteY0" fmla="*/ 338042 h 1063323"/>
                  <a:gd name="connsiteX1" fmla="*/ 453923 w 472478"/>
                  <a:gd name="connsiteY1" fmla="*/ 338042 h 1063323"/>
                  <a:gd name="connsiteX2" fmla="*/ 453923 w 472478"/>
                  <a:gd name="connsiteY2" fmla="*/ 482660 h 1063323"/>
                  <a:gd name="connsiteX3" fmla="*/ 323250 w 472478"/>
                  <a:gd name="connsiteY3" fmla="*/ 482660 h 1063323"/>
                  <a:gd name="connsiteX4" fmla="*/ 323250 w 472478"/>
                  <a:gd name="connsiteY4" fmla="*/ 1063324 h 1063323"/>
                  <a:gd name="connsiteX5" fmla="*/ 107795 w 472478"/>
                  <a:gd name="connsiteY5" fmla="*/ 1063324 h 1063323"/>
                  <a:gd name="connsiteX6" fmla="*/ 107795 w 472478"/>
                  <a:gd name="connsiteY6" fmla="*/ 482660 h 1063323"/>
                  <a:gd name="connsiteX7" fmla="*/ 0 w 472478"/>
                  <a:gd name="connsiteY7" fmla="*/ 482660 h 1063323"/>
                  <a:gd name="connsiteX8" fmla="*/ 0 w 472478"/>
                  <a:gd name="connsiteY8" fmla="*/ 338042 h 1063323"/>
                  <a:gd name="connsiteX9" fmla="*/ 107795 w 472478"/>
                  <a:gd name="connsiteY9" fmla="*/ 338042 h 1063323"/>
                  <a:gd name="connsiteX10" fmla="*/ 354740 w 472478"/>
                  <a:gd name="connsiteY10" fmla="*/ 0 h 1063323"/>
                  <a:gd name="connsiteX11" fmla="*/ 472478 w 472478"/>
                  <a:gd name="connsiteY11" fmla="*/ 10192 h 1063323"/>
                  <a:gd name="connsiteX12" fmla="*/ 472478 w 472478"/>
                  <a:gd name="connsiteY12" fmla="*/ 144475 h 1063323"/>
                  <a:gd name="connsiteX13" fmla="*/ 323250 w 472478"/>
                  <a:gd name="connsiteY13" fmla="*/ 338042 h 1063323"/>
                  <a:gd name="connsiteX14" fmla="*/ 323250 w 472478"/>
                  <a:gd name="connsiteY14" fmla="*/ 338042 h 1063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72478" h="1063323">
                    <a:moveTo>
                      <a:pt x="323250" y="338042"/>
                    </a:moveTo>
                    <a:lnTo>
                      <a:pt x="453923" y="338042"/>
                    </a:lnTo>
                    <a:lnTo>
                      <a:pt x="453923" y="482660"/>
                    </a:lnTo>
                    <a:lnTo>
                      <a:pt x="323250" y="482660"/>
                    </a:lnTo>
                    <a:lnTo>
                      <a:pt x="323250" y="1063324"/>
                    </a:lnTo>
                    <a:lnTo>
                      <a:pt x="107795" y="1063324"/>
                    </a:lnTo>
                    <a:lnTo>
                      <a:pt x="107795" y="482660"/>
                    </a:lnTo>
                    <a:lnTo>
                      <a:pt x="0" y="482660"/>
                    </a:lnTo>
                    <a:lnTo>
                      <a:pt x="0" y="338042"/>
                    </a:lnTo>
                    <a:lnTo>
                      <a:pt x="107795" y="338042"/>
                    </a:lnTo>
                    <a:cubicBezTo>
                      <a:pt x="101975" y="132931"/>
                      <a:pt x="120720" y="0"/>
                      <a:pt x="354740" y="0"/>
                    </a:cubicBezTo>
                    <a:cubicBezTo>
                      <a:pt x="393707" y="0"/>
                      <a:pt x="433787" y="4410"/>
                      <a:pt x="472478" y="10192"/>
                    </a:cubicBezTo>
                    <a:lnTo>
                      <a:pt x="472478" y="144475"/>
                    </a:lnTo>
                    <a:cubicBezTo>
                      <a:pt x="320250" y="127130"/>
                      <a:pt x="317468" y="196187"/>
                      <a:pt x="323250" y="338042"/>
                    </a:cubicBezTo>
                    <a:lnTo>
                      <a:pt x="323250" y="3380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5C4D8C2-03E5-7147-B5C6-09F73328473C}"/>
                  </a:ext>
                </a:extLst>
              </p:cNvPr>
              <p:cNvSpPr/>
              <p:nvPr/>
            </p:nvSpPr>
            <p:spPr>
              <a:xfrm>
                <a:off x="5683948" y="3813495"/>
                <a:ext cx="522770" cy="966920"/>
              </a:xfrm>
              <a:custGeom>
                <a:avLst/>
                <a:gdLst>
                  <a:gd name="connsiteX0" fmla="*/ 145114 w 522770"/>
                  <a:gd name="connsiteY0" fmla="*/ 77991 h 966920"/>
                  <a:gd name="connsiteX1" fmla="*/ 360579 w 522770"/>
                  <a:gd name="connsiteY1" fmla="*/ 0 h 966920"/>
                  <a:gd name="connsiteX2" fmla="*/ 360579 w 522770"/>
                  <a:gd name="connsiteY2" fmla="*/ 221075 h 966920"/>
                  <a:gd name="connsiteX3" fmla="*/ 522770 w 522770"/>
                  <a:gd name="connsiteY3" fmla="*/ 221075 h 966920"/>
                  <a:gd name="connsiteX4" fmla="*/ 522770 w 522770"/>
                  <a:gd name="connsiteY4" fmla="*/ 365693 h 966920"/>
                  <a:gd name="connsiteX5" fmla="*/ 360579 w 522770"/>
                  <a:gd name="connsiteY5" fmla="*/ 365693 h 966920"/>
                  <a:gd name="connsiteX6" fmla="*/ 360579 w 522770"/>
                  <a:gd name="connsiteY6" fmla="*/ 701335 h 966920"/>
                  <a:gd name="connsiteX7" fmla="*/ 449590 w 522770"/>
                  <a:gd name="connsiteY7" fmla="*/ 822446 h 966920"/>
                  <a:gd name="connsiteX8" fmla="*/ 518360 w 522770"/>
                  <a:gd name="connsiteY8" fmla="*/ 818045 h 966920"/>
                  <a:gd name="connsiteX9" fmla="*/ 518360 w 522770"/>
                  <a:gd name="connsiteY9" fmla="*/ 945175 h 966920"/>
                  <a:gd name="connsiteX10" fmla="*/ 348987 w 522770"/>
                  <a:gd name="connsiteY10" fmla="*/ 966921 h 966920"/>
                  <a:gd name="connsiteX11" fmla="*/ 145123 w 522770"/>
                  <a:gd name="connsiteY11" fmla="*/ 721481 h 966920"/>
                  <a:gd name="connsiteX12" fmla="*/ 145123 w 522770"/>
                  <a:gd name="connsiteY12" fmla="*/ 365684 h 966920"/>
                  <a:gd name="connsiteX13" fmla="*/ 0 w 522770"/>
                  <a:gd name="connsiteY13" fmla="*/ 365684 h 966920"/>
                  <a:gd name="connsiteX14" fmla="*/ 0 w 522770"/>
                  <a:gd name="connsiteY14" fmla="*/ 221066 h 966920"/>
                  <a:gd name="connsiteX15" fmla="*/ 145114 w 522770"/>
                  <a:gd name="connsiteY15" fmla="*/ 221066 h 966920"/>
                  <a:gd name="connsiteX16" fmla="*/ 145114 w 522770"/>
                  <a:gd name="connsiteY16" fmla="*/ 77991 h 966920"/>
                  <a:gd name="connsiteX17" fmla="*/ 145114 w 522770"/>
                  <a:gd name="connsiteY17" fmla="*/ 77991 h 966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22770" h="966920">
                    <a:moveTo>
                      <a:pt x="145114" y="77991"/>
                    </a:moveTo>
                    <a:lnTo>
                      <a:pt x="360579" y="0"/>
                    </a:lnTo>
                    <a:lnTo>
                      <a:pt x="360579" y="221075"/>
                    </a:lnTo>
                    <a:lnTo>
                      <a:pt x="522770" y="221075"/>
                    </a:lnTo>
                    <a:lnTo>
                      <a:pt x="522770" y="365693"/>
                    </a:lnTo>
                    <a:lnTo>
                      <a:pt x="360579" y="365693"/>
                    </a:lnTo>
                    <a:lnTo>
                      <a:pt x="360579" y="701335"/>
                    </a:lnTo>
                    <a:cubicBezTo>
                      <a:pt x="360579" y="796519"/>
                      <a:pt x="374923" y="822446"/>
                      <a:pt x="449590" y="822446"/>
                    </a:cubicBezTo>
                    <a:cubicBezTo>
                      <a:pt x="472488" y="822446"/>
                      <a:pt x="495462" y="819474"/>
                      <a:pt x="518360" y="818045"/>
                    </a:cubicBezTo>
                    <a:lnTo>
                      <a:pt x="518360" y="945175"/>
                    </a:lnTo>
                    <a:cubicBezTo>
                      <a:pt x="494024" y="956777"/>
                      <a:pt x="379104" y="966921"/>
                      <a:pt x="348987" y="966921"/>
                    </a:cubicBezTo>
                    <a:cubicBezTo>
                      <a:pt x="181032" y="966921"/>
                      <a:pt x="145123" y="878681"/>
                      <a:pt x="145123" y="721481"/>
                    </a:cubicBezTo>
                    <a:lnTo>
                      <a:pt x="145123" y="365684"/>
                    </a:lnTo>
                    <a:lnTo>
                      <a:pt x="0" y="365684"/>
                    </a:lnTo>
                    <a:lnTo>
                      <a:pt x="0" y="221066"/>
                    </a:lnTo>
                    <a:lnTo>
                      <a:pt x="145114" y="221066"/>
                    </a:lnTo>
                    <a:lnTo>
                      <a:pt x="145114" y="77991"/>
                    </a:lnTo>
                    <a:lnTo>
                      <a:pt x="145114" y="779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6B35FFCF-88DF-ED4A-9C21-2D187B47EF18}"/>
                  </a:ext>
                </a:extLst>
              </p:cNvPr>
              <p:cNvSpPr/>
              <p:nvPr/>
            </p:nvSpPr>
            <p:spPr>
              <a:xfrm>
                <a:off x="6271345" y="3813495"/>
                <a:ext cx="522741" cy="966920"/>
              </a:xfrm>
              <a:custGeom>
                <a:avLst/>
                <a:gdLst>
                  <a:gd name="connsiteX0" fmla="*/ 145056 w 522741"/>
                  <a:gd name="connsiteY0" fmla="*/ 77991 h 966920"/>
                  <a:gd name="connsiteX1" fmla="*/ 360550 w 522741"/>
                  <a:gd name="connsiteY1" fmla="*/ 0 h 966920"/>
                  <a:gd name="connsiteX2" fmla="*/ 360550 w 522741"/>
                  <a:gd name="connsiteY2" fmla="*/ 221075 h 966920"/>
                  <a:gd name="connsiteX3" fmla="*/ 522742 w 522741"/>
                  <a:gd name="connsiteY3" fmla="*/ 221075 h 966920"/>
                  <a:gd name="connsiteX4" fmla="*/ 522742 w 522741"/>
                  <a:gd name="connsiteY4" fmla="*/ 365693 h 966920"/>
                  <a:gd name="connsiteX5" fmla="*/ 360550 w 522741"/>
                  <a:gd name="connsiteY5" fmla="*/ 365693 h 966920"/>
                  <a:gd name="connsiteX6" fmla="*/ 360550 w 522741"/>
                  <a:gd name="connsiteY6" fmla="*/ 701335 h 966920"/>
                  <a:gd name="connsiteX7" fmla="*/ 449561 w 522741"/>
                  <a:gd name="connsiteY7" fmla="*/ 822446 h 966920"/>
                  <a:gd name="connsiteX8" fmla="*/ 518598 w 522741"/>
                  <a:gd name="connsiteY8" fmla="*/ 818045 h 966920"/>
                  <a:gd name="connsiteX9" fmla="*/ 518598 w 522741"/>
                  <a:gd name="connsiteY9" fmla="*/ 945175 h 966920"/>
                  <a:gd name="connsiteX10" fmla="*/ 348977 w 522741"/>
                  <a:gd name="connsiteY10" fmla="*/ 966921 h 966920"/>
                  <a:gd name="connsiteX11" fmla="*/ 145056 w 522741"/>
                  <a:gd name="connsiteY11" fmla="*/ 721481 h 966920"/>
                  <a:gd name="connsiteX12" fmla="*/ 145056 w 522741"/>
                  <a:gd name="connsiteY12" fmla="*/ 365684 h 966920"/>
                  <a:gd name="connsiteX13" fmla="*/ 0 w 522741"/>
                  <a:gd name="connsiteY13" fmla="*/ 365684 h 966920"/>
                  <a:gd name="connsiteX14" fmla="*/ 0 w 522741"/>
                  <a:gd name="connsiteY14" fmla="*/ 221066 h 966920"/>
                  <a:gd name="connsiteX15" fmla="*/ 145056 w 522741"/>
                  <a:gd name="connsiteY15" fmla="*/ 221066 h 966920"/>
                  <a:gd name="connsiteX16" fmla="*/ 145056 w 522741"/>
                  <a:gd name="connsiteY16" fmla="*/ 77991 h 966920"/>
                  <a:gd name="connsiteX17" fmla="*/ 145056 w 522741"/>
                  <a:gd name="connsiteY17" fmla="*/ 77991 h 966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22741" h="966920">
                    <a:moveTo>
                      <a:pt x="145056" y="77991"/>
                    </a:moveTo>
                    <a:lnTo>
                      <a:pt x="360550" y="0"/>
                    </a:lnTo>
                    <a:lnTo>
                      <a:pt x="360550" y="221075"/>
                    </a:lnTo>
                    <a:lnTo>
                      <a:pt x="522742" y="221075"/>
                    </a:lnTo>
                    <a:lnTo>
                      <a:pt x="522742" y="365693"/>
                    </a:lnTo>
                    <a:lnTo>
                      <a:pt x="360550" y="365693"/>
                    </a:lnTo>
                    <a:lnTo>
                      <a:pt x="360550" y="701335"/>
                    </a:lnTo>
                    <a:cubicBezTo>
                      <a:pt x="360550" y="796519"/>
                      <a:pt x="374933" y="822446"/>
                      <a:pt x="449561" y="822446"/>
                    </a:cubicBezTo>
                    <a:cubicBezTo>
                      <a:pt x="472507" y="822446"/>
                      <a:pt x="495433" y="819474"/>
                      <a:pt x="518598" y="818045"/>
                    </a:cubicBezTo>
                    <a:lnTo>
                      <a:pt x="518598" y="945175"/>
                    </a:lnTo>
                    <a:cubicBezTo>
                      <a:pt x="494033" y="956777"/>
                      <a:pt x="379104" y="966921"/>
                      <a:pt x="348977" y="966921"/>
                    </a:cubicBezTo>
                    <a:cubicBezTo>
                      <a:pt x="180994" y="966921"/>
                      <a:pt x="145056" y="878681"/>
                      <a:pt x="145056" y="721481"/>
                    </a:cubicBezTo>
                    <a:lnTo>
                      <a:pt x="145056" y="365684"/>
                    </a:lnTo>
                    <a:lnTo>
                      <a:pt x="0" y="365684"/>
                    </a:lnTo>
                    <a:lnTo>
                      <a:pt x="0" y="221066"/>
                    </a:lnTo>
                    <a:lnTo>
                      <a:pt x="145056" y="221066"/>
                    </a:lnTo>
                    <a:lnTo>
                      <a:pt x="145056" y="77991"/>
                    </a:lnTo>
                    <a:lnTo>
                      <a:pt x="145056" y="779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C0DDDEC-10BF-0447-85BD-AAA9B5141CCA}"/>
                  </a:ext>
                </a:extLst>
              </p:cNvPr>
              <p:cNvSpPr/>
              <p:nvPr/>
            </p:nvSpPr>
            <p:spPr>
              <a:xfrm>
                <a:off x="6835416" y="4014006"/>
                <a:ext cx="697144" cy="766400"/>
              </a:xfrm>
              <a:custGeom>
                <a:avLst/>
                <a:gdLst>
                  <a:gd name="connsiteX0" fmla="*/ 222685 w 697144"/>
                  <a:gd name="connsiteY0" fmla="*/ 441169 h 766400"/>
                  <a:gd name="connsiteX1" fmla="*/ 347177 w 697144"/>
                  <a:gd name="connsiteY1" fmla="*/ 621925 h 766400"/>
                  <a:gd name="connsiteX2" fmla="*/ 480279 w 697144"/>
                  <a:gd name="connsiteY2" fmla="*/ 528714 h 766400"/>
                  <a:gd name="connsiteX3" fmla="*/ 674208 w 697144"/>
                  <a:gd name="connsiteY3" fmla="*/ 528714 h 766400"/>
                  <a:gd name="connsiteX4" fmla="*/ 347177 w 697144"/>
                  <a:gd name="connsiteY4" fmla="*/ 766401 h 766400"/>
                  <a:gd name="connsiteX5" fmla="*/ 0 w 697144"/>
                  <a:gd name="connsiteY5" fmla="*/ 384877 h 766400"/>
                  <a:gd name="connsiteX6" fmla="*/ 347177 w 697144"/>
                  <a:gd name="connsiteY6" fmla="*/ 0 h 766400"/>
                  <a:gd name="connsiteX7" fmla="*/ 655416 w 697144"/>
                  <a:gd name="connsiteY7" fmla="*/ 173212 h 766400"/>
                  <a:gd name="connsiteX8" fmla="*/ 691334 w 697144"/>
                  <a:gd name="connsiteY8" fmla="*/ 302447 h 766400"/>
                  <a:gd name="connsiteX9" fmla="*/ 697144 w 697144"/>
                  <a:gd name="connsiteY9" fmla="*/ 441169 h 766400"/>
                  <a:gd name="connsiteX10" fmla="*/ 222685 w 697144"/>
                  <a:gd name="connsiteY10" fmla="*/ 441169 h 766400"/>
                  <a:gd name="connsiteX11" fmla="*/ 222685 w 697144"/>
                  <a:gd name="connsiteY11" fmla="*/ 441169 h 766400"/>
                  <a:gd name="connsiteX12" fmla="*/ 474459 w 697144"/>
                  <a:gd name="connsiteY12" fmla="*/ 296694 h 766400"/>
                  <a:gd name="connsiteX13" fmla="*/ 347177 w 697144"/>
                  <a:gd name="connsiteY13" fmla="*/ 144447 h 766400"/>
                  <a:gd name="connsiteX14" fmla="*/ 222685 w 697144"/>
                  <a:gd name="connsiteY14" fmla="*/ 296694 h 766400"/>
                  <a:gd name="connsiteX15" fmla="*/ 474459 w 697144"/>
                  <a:gd name="connsiteY15" fmla="*/ 296694 h 766400"/>
                  <a:gd name="connsiteX16" fmla="*/ 474459 w 697144"/>
                  <a:gd name="connsiteY16" fmla="*/ 296694 h 76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97144" h="766400">
                    <a:moveTo>
                      <a:pt x="222685" y="441169"/>
                    </a:moveTo>
                    <a:cubicBezTo>
                      <a:pt x="222685" y="534324"/>
                      <a:pt x="235620" y="621925"/>
                      <a:pt x="347177" y="621925"/>
                    </a:cubicBezTo>
                    <a:cubicBezTo>
                      <a:pt x="422395" y="621925"/>
                      <a:pt x="459886" y="594598"/>
                      <a:pt x="480279" y="528714"/>
                    </a:cubicBezTo>
                    <a:lnTo>
                      <a:pt x="674208" y="528714"/>
                    </a:lnTo>
                    <a:cubicBezTo>
                      <a:pt x="655416" y="707127"/>
                      <a:pt x="516179" y="766401"/>
                      <a:pt x="347177" y="766401"/>
                    </a:cubicBezTo>
                    <a:cubicBezTo>
                      <a:pt x="99174" y="766401"/>
                      <a:pt x="0" y="626345"/>
                      <a:pt x="0" y="384877"/>
                    </a:cubicBezTo>
                    <a:cubicBezTo>
                      <a:pt x="0" y="167373"/>
                      <a:pt x="126454" y="0"/>
                      <a:pt x="347177" y="0"/>
                    </a:cubicBezTo>
                    <a:cubicBezTo>
                      <a:pt x="483060" y="0"/>
                      <a:pt x="595198" y="46272"/>
                      <a:pt x="655416" y="173212"/>
                    </a:cubicBezTo>
                    <a:cubicBezTo>
                      <a:pt x="675561" y="213474"/>
                      <a:pt x="685543" y="256584"/>
                      <a:pt x="691334" y="302447"/>
                    </a:cubicBezTo>
                    <a:cubicBezTo>
                      <a:pt x="697144" y="347396"/>
                      <a:pt x="697144" y="393478"/>
                      <a:pt x="697144" y="441169"/>
                    </a:cubicBezTo>
                    <a:lnTo>
                      <a:pt x="222685" y="441169"/>
                    </a:lnTo>
                    <a:lnTo>
                      <a:pt x="222685" y="441169"/>
                    </a:lnTo>
                    <a:close/>
                    <a:moveTo>
                      <a:pt x="474459" y="296694"/>
                    </a:moveTo>
                    <a:cubicBezTo>
                      <a:pt x="474459" y="217694"/>
                      <a:pt x="452752" y="144447"/>
                      <a:pt x="347177" y="144447"/>
                    </a:cubicBezTo>
                    <a:cubicBezTo>
                      <a:pt x="247222" y="144447"/>
                      <a:pt x="225466" y="217694"/>
                      <a:pt x="222685" y="296694"/>
                    </a:cubicBezTo>
                    <a:lnTo>
                      <a:pt x="474459" y="296694"/>
                    </a:lnTo>
                    <a:lnTo>
                      <a:pt x="474459" y="29669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B688E57C-5F02-E046-81D9-03D846EE7F29}"/>
                  </a:ext>
                </a:extLst>
              </p:cNvPr>
              <p:cNvSpPr/>
              <p:nvPr/>
            </p:nvSpPr>
            <p:spPr>
              <a:xfrm>
                <a:off x="7621933" y="3717102"/>
                <a:ext cx="686571" cy="1042739"/>
              </a:xfrm>
              <a:custGeom>
                <a:avLst/>
                <a:gdLst>
                  <a:gd name="connsiteX0" fmla="*/ 218304 w 686571"/>
                  <a:gd name="connsiteY0" fmla="*/ 614134 h 1042739"/>
                  <a:gd name="connsiteX1" fmla="*/ 430825 w 686571"/>
                  <a:gd name="connsiteY1" fmla="*/ 309667 h 1042739"/>
                  <a:gd name="connsiteX2" fmla="*/ 670589 w 686571"/>
                  <a:gd name="connsiteY2" fmla="*/ 309667 h 1042739"/>
                  <a:gd name="connsiteX3" fmla="*/ 422224 w 686571"/>
                  <a:gd name="connsiteY3" fmla="*/ 627116 h 1042739"/>
                  <a:gd name="connsiteX4" fmla="*/ 686571 w 686571"/>
                  <a:gd name="connsiteY4" fmla="*/ 1042740 h 1042739"/>
                  <a:gd name="connsiteX5" fmla="*/ 435178 w 686571"/>
                  <a:gd name="connsiteY5" fmla="*/ 1042740 h 1042739"/>
                  <a:gd name="connsiteX6" fmla="*/ 218304 w 686571"/>
                  <a:gd name="connsiteY6" fmla="*/ 645871 h 1042739"/>
                  <a:gd name="connsiteX7" fmla="*/ 215484 w 686571"/>
                  <a:gd name="connsiteY7" fmla="*/ 648871 h 1042739"/>
                  <a:gd name="connsiteX8" fmla="*/ 215484 w 686571"/>
                  <a:gd name="connsiteY8" fmla="*/ 1042740 h 1042739"/>
                  <a:gd name="connsiteX9" fmla="*/ 0 w 686571"/>
                  <a:gd name="connsiteY9" fmla="*/ 1042740 h 1042739"/>
                  <a:gd name="connsiteX10" fmla="*/ 0 w 686571"/>
                  <a:gd name="connsiteY10" fmla="*/ 0 h 1042739"/>
                  <a:gd name="connsiteX11" fmla="*/ 215484 w 686571"/>
                  <a:gd name="connsiteY11" fmla="*/ 0 h 1042739"/>
                  <a:gd name="connsiteX12" fmla="*/ 215484 w 686571"/>
                  <a:gd name="connsiteY12" fmla="*/ 611343 h 1042739"/>
                  <a:gd name="connsiteX13" fmla="*/ 218304 w 686571"/>
                  <a:gd name="connsiteY13" fmla="*/ 614134 h 104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86571" h="1042739">
                    <a:moveTo>
                      <a:pt x="218304" y="614134"/>
                    </a:moveTo>
                    <a:lnTo>
                      <a:pt x="430825" y="309667"/>
                    </a:lnTo>
                    <a:lnTo>
                      <a:pt x="670589" y="309667"/>
                    </a:lnTo>
                    <a:lnTo>
                      <a:pt x="422224" y="627116"/>
                    </a:lnTo>
                    <a:lnTo>
                      <a:pt x="686571" y="1042740"/>
                    </a:lnTo>
                    <a:lnTo>
                      <a:pt x="435178" y="1042740"/>
                    </a:lnTo>
                    <a:lnTo>
                      <a:pt x="218304" y="645871"/>
                    </a:lnTo>
                    <a:lnTo>
                      <a:pt x="215484" y="648871"/>
                    </a:lnTo>
                    <a:lnTo>
                      <a:pt x="215484" y="1042740"/>
                    </a:lnTo>
                    <a:lnTo>
                      <a:pt x="0" y="1042740"/>
                    </a:lnTo>
                    <a:lnTo>
                      <a:pt x="0" y="0"/>
                    </a:lnTo>
                    <a:lnTo>
                      <a:pt x="215484" y="0"/>
                    </a:lnTo>
                    <a:lnTo>
                      <a:pt x="215484" y="611343"/>
                    </a:lnTo>
                    <a:lnTo>
                      <a:pt x="218304" y="61413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 sz="1800"/>
              </a:p>
            </p:txBody>
          </p:sp>
        </p:grpSp>
      </p:grpSp>
      <p:sp>
        <p:nvSpPr>
          <p:cNvPr id="82" name="Text Placeholder 11">
            <a:extLst>
              <a:ext uri="{FF2B5EF4-FFF2-40B4-BE49-F238E27FC236}">
                <a16:creationId xmlns:a16="http://schemas.microsoft.com/office/drawing/2014/main" id="{DBDD26EC-0583-C24B-B693-850855C1A7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0000" y="1113643"/>
            <a:ext cx="11646000" cy="5386844"/>
          </a:xfrm>
          <a:prstGeom prst="rect">
            <a:avLst/>
          </a:prstGeom>
        </p:spPr>
        <p:txBody>
          <a:bodyPr/>
          <a:lstStyle>
            <a:lvl1pPr marL="179397" indent="-179397">
              <a:tabLst/>
              <a:defRPr sz="2000" b="0" i="0">
                <a:solidFill>
                  <a:schemeClr val="tx1"/>
                </a:solidFill>
                <a:latin typeface="Avenir Next LT Pro" panose="020B0504020202020204" pitchFamily="34" charset="0"/>
              </a:defRPr>
            </a:lvl1pPr>
            <a:lvl2pPr marL="539777" indent="-179397">
              <a:tabLst/>
              <a:defRPr sz="1800" b="0" i="0">
                <a:solidFill>
                  <a:schemeClr val="tx1"/>
                </a:solidFill>
                <a:latin typeface="Avenir Next LT Pro" panose="020B0504020202020204" pitchFamily="34" charset="0"/>
              </a:defRPr>
            </a:lvl2pPr>
            <a:lvl3pPr marL="892220" indent="-179397">
              <a:tabLst/>
              <a:defRPr sz="1600" b="0" i="0">
                <a:solidFill>
                  <a:schemeClr val="tx1"/>
                </a:solidFill>
                <a:latin typeface="Avenir Next LT Pro" panose="020B0504020202020204" pitchFamily="34" charset="0"/>
              </a:defRPr>
            </a:lvl3pPr>
            <a:lvl4pPr marL="1244662" indent="-171459">
              <a:tabLst/>
              <a:defRPr sz="1400" b="0" i="0">
                <a:solidFill>
                  <a:schemeClr val="tx1"/>
                </a:solidFill>
                <a:latin typeface="Avenir Next LT Pro" panose="020B0504020202020204" pitchFamily="34" charset="0"/>
              </a:defRPr>
            </a:lvl4pPr>
            <a:lvl5pPr marL="1646320" indent="-220674">
              <a:tabLst/>
              <a:defRPr sz="1200" b="0" i="0">
                <a:solidFill>
                  <a:schemeClr val="tx1"/>
                </a:solidFill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83" name="Title 7">
            <a:extLst>
              <a:ext uri="{FF2B5EF4-FFF2-40B4-BE49-F238E27FC236}">
                <a16:creationId xmlns:a16="http://schemas.microsoft.com/office/drawing/2014/main" id="{5D6BF8D2-A4B6-C00D-3BD0-22BDE2F0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1" y="263472"/>
            <a:ext cx="10451517" cy="648720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2400" b="0" i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5236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Content Slide #6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1A28C10-2F9C-7947-931F-E0CF940927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5815" y="6515367"/>
            <a:ext cx="311694" cy="237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5908" tIns="35908" rIns="35908" bIns="35908" anchor="ctr"/>
          <a:lstStyle/>
          <a:p>
            <a:pPr algn="l" defTabSz="909913" fontAlgn="base">
              <a:spcBef>
                <a:spcPct val="0"/>
              </a:spcBef>
              <a:spcAft>
                <a:spcPct val="0"/>
              </a:spcAft>
              <a:defRPr/>
            </a:pPr>
            <a:fld id="{56AD8C7C-CCBC-854D-A681-3946D5D911B7}" type="slidenum">
              <a:rPr lang="en-US" sz="700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/>
                <a:cs typeface="Arial" charset="0"/>
              </a:rPr>
              <a:pPr algn="l" defTabSz="90991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chemeClr val="tx1">
                  <a:lumMod val="60000"/>
                  <a:lumOff val="40000"/>
                </a:schemeClr>
              </a:solidFill>
              <a:latin typeface="Franklin Gothic Book" panose="020B0503020102020204"/>
              <a:cs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EA688B-F7A9-CE4D-B9E2-FC6847D6CB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14425" y="6547932"/>
            <a:ext cx="3350937" cy="201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marL="0" marR="0" lvl="0" indent="0" algn="r" defTabSz="9121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baseline="0" noProof="0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sz="700" b="0" i="0" noProof="0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All</a:t>
            </a:r>
            <a:r>
              <a:rPr lang="en-US" sz="700" b="0" i="0" baseline="0" noProof="0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Rights Reserved</a:t>
            </a:r>
            <a:r>
              <a:rPr lang="en-US" sz="700" b="0" i="0" noProof="0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© </a:t>
            </a:r>
            <a:r>
              <a:rPr lang="en-US" sz="700" b="0" i="0" noProof="0" err="1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Valores</a:t>
            </a:r>
            <a:r>
              <a:rPr lang="en-US" sz="700" b="0" i="0" noProof="0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Corporativos Softtek S.A. de C.V. 2021 </a:t>
            </a:r>
            <a:r>
              <a:rPr lang="en-US" sz="700" b="0" i="0" noProof="0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Arial" charset="0"/>
              </a:rPr>
              <a:t>| </a:t>
            </a:r>
            <a:r>
              <a:rPr lang="en-US" sz="700" b="0" i="0">
                <a:solidFill>
                  <a:schemeClr val="tx1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</a:rPr>
              <a:t>Confidential</a:t>
            </a:r>
            <a:endParaRPr lang="en-US" sz="700" b="0" i="0" noProof="0">
              <a:solidFill>
                <a:schemeClr val="tx1">
                  <a:lumMod val="60000"/>
                  <a:lumOff val="40000"/>
                </a:schemeClr>
              </a:solidFill>
              <a:latin typeface="Franklin Gothic Book" panose="020B0503020102020204" pitchFamily="34" charset="0"/>
              <a:cs typeface="Arial" charset="0"/>
            </a:endParaRPr>
          </a:p>
        </p:txBody>
      </p:sp>
      <p:grpSp>
        <p:nvGrpSpPr>
          <p:cNvPr id="27" name="Graphic 18">
            <a:extLst>
              <a:ext uri="{FF2B5EF4-FFF2-40B4-BE49-F238E27FC236}">
                <a16:creationId xmlns:a16="http://schemas.microsoft.com/office/drawing/2014/main" id="{1B921BF9-6B7E-EC44-9BB6-35CD56012A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31137" y="269694"/>
            <a:ext cx="990863" cy="507562"/>
            <a:chOff x="3450865" y="2069096"/>
            <a:chExt cx="5293045" cy="2711319"/>
          </a:xfrm>
          <a:solidFill>
            <a:schemeClr val="tx1"/>
          </a:solidFill>
        </p:grpSpPr>
        <p:grpSp>
          <p:nvGrpSpPr>
            <p:cNvPr id="28" name="Graphic 18">
              <a:extLst>
                <a:ext uri="{FF2B5EF4-FFF2-40B4-BE49-F238E27FC236}">
                  <a16:creationId xmlns:a16="http://schemas.microsoft.com/office/drawing/2014/main" id="{103CB490-120D-0F41-AFCE-92E7043571CD}"/>
                </a:ext>
              </a:extLst>
            </p:cNvPr>
            <p:cNvGrpSpPr/>
            <p:nvPr/>
          </p:nvGrpSpPr>
          <p:grpSpPr>
            <a:xfrm>
              <a:off x="8407050" y="3697100"/>
              <a:ext cx="336860" cy="336861"/>
              <a:chOff x="8407050" y="3697100"/>
              <a:chExt cx="336860" cy="336861"/>
            </a:xfrm>
            <a:grpFill/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FFF9F53-A443-8E40-90B8-563D0A64738F}"/>
                  </a:ext>
                </a:extLst>
              </p:cNvPr>
              <p:cNvSpPr/>
              <p:nvPr/>
            </p:nvSpPr>
            <p:spPr>
              <a:xfrm>
                <a:off x="8407050" y="3697100"/>
                <a:ext cx="336860" cy="336861"/>
              </a:xfrm>
              <a:custGeom>
                <a:avLst/>
                <a:gdLst>
                  <a:gd name="connsiteX0" fmla="*/ 168507 w 336860"/>
                  <a:gd name="connsiteY0" fmla="*/ 0 h 336861"/>
                  <a:gd name="connsiteX1" fmla="*/ 0 w 336860"/>
                  <a:gd name="connsiteY1" fmla="*/ 168345 h 336861"/>
                  <a:gd name="connsiteX2" fmla="*/ 168507 w 336860"/>
                  <a:gd name="connsiteY2" fmla="*/ 336861 h 336861"/>
                  <a:gd name="connsiteX3" fmla="*/ 336861 w 336860"/>
                  <a:gd name="connsiteY3" fmla="*/ 168345 h 336861"/>
                  <a:gd name="connsiteX4" fmla="*/ 168507 w 336860"/>
                  <a:gd name="connsiteY4" fmla="*/ 0 h 336861"/>
                  <a:gd name="connsiteX5" fmla="*/ 168507 w 336860"/>
                  <a:gd name="connsiteY5" fmla="*/ 305819 h 336861"/>
                  <a:gd name="connsiteX6" fmla="*/ 31013 w 336860"/>
                  <a:gd name="connsiteY6" fmla="*/ 168345 h 336861"/>
                  <a:gd name="connsiteX7" fmla="*/ 168507 w 336860"/>
                  <a:gd name="connsiteY7" fmla="*/ 30909 h 336861"/>
                  <a:gd name="connsiteX8" fmla="*/ 305934 w 336860"/>
                  <a:gd name="connsiteY8" fmla="*/ 168345 h 336861"/>
                  <a:gd name="connsiteX9" fmla="*/ 168507 w 336860"/>
                  <a:gd name="connsiteY9" fmla="*/ 305819 h 336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6860" h="336861">
                    <a:moveTo>
                      <a:pt x="168507" y="0"/>
                    </a:moveTo>
                    <a:cubicBezTo>
                      <a:pt x="75352" y="0"/>
                      <a:pt x="0" y="75333"/>
                      <a:pt x="0" y="168345"/>
                    </a:cubicBezTo>
                    <a:cubicBezTo>
                      <a:pt x="0" y="261499"/>
                      <a:pt x="75352" y="336861"/>
                      <a:pt x="168507" y="336861"/>
                    </a:cubicBezTo>
                    <a:cubicBezTo>
                      <a:pt x="261538" y="336861"/>
                      <a:pt x="336861" y="261499"/>
                      <a:pt x="336861" y="168345"/>
                    </a:cubicBezTo>
                    <a:cubicBezTo>
                      <a:pt x="336861" y="75343"/>
                      <a:pt x="261538" y="0"/>
                      <a:pt x="168507" y="0"/>
                    </a:cubicBezTo>
                    <a:close/>
                    <a:moveTo>
                      <a:pt x="168507" y="305819"/>
                    </a:moveTo>
                    <a:cubicBezTo>
                      <a:pt x="92602" y="305819"/>
                      <a:pt x="31013" y="244250"/>
                      <a:pt x="31013" y="168345"/>
                    </a:cubicBezTo>
                    <a:cubicBezTo>
                      <a:pt x="31013" y="92516"/>
                      <a:pt x="92602" y="30909"/>
                      <a:pt x="168507" y="30909"/>
                    </a:cubicBezTo>
                    <a:cubicBezTo>
                      <a:pt x="244478" y="30909"/>
                      <a:pt x="305934" y="92516"/>
                      <a:pt x="305934" y="168345"/>
                    </a:cubicBezTo>
                    <a:cubicBezTo>
                      <a:pt x="305934" y="244250"/>
                      <a:pt x="244478" y="305819"/>
                      <a:pt x="168507" y="30581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3050B9E2-FF67-784D-B408-E45C8DCC775A}"/>
                  </a:ext>
                </a:extLst>
              </p:cNvPr>
              <p:cNvSpPr/>
              <p:nvPr/>
            </p:nvSpPr>
            <p:spPr>
              <a:xfrm>
                <a:off x="8516445" y="3789102"/>
                <a:ext cx="133759" cy="149656"/>
              </a:xfrm>
              <a:custGeom>
                <a:avLst/>
                <a:gdLst>
                  <a:gd name="connsiteX0" fmla="*/ 30156 w 133759"/>
                  <a:gd name="connsiteY0" fmla="*/ 63484 h 149656"/>
                  <a:gd name="connsiteX1" fmla="*/ 52464 w 133759"/>
                  <a:gd name="connsiteY1" fmla="*/ 63484 h 149656"/>
                  <a:gd name="connsiteX2" fmla="*/ 79372 w 133759"/>
                  <a:gd name="connsiteY2" fmla="*/ 61503 h 149656"/>
                  <a:gd name="connsiteX3" fmla="*/ 87668 w 133759"/>
                  <a:gd name="connsiteY3" fmla="*/ 55340 h 149656"/>
                  <a:gd name="connsiteX4" fmla="*/ 90916 w 133759"/>
                  <a:gd name="connsiteY4" fmla="*/ 43901 h 149656"/>
                  <a:gd name="connsiteX5" fmla="*/ 86896 w 133759"/>
                  <a:gd name="connsiteY5" fmla="*/ 31918 h 149656"/>
                  <a:gd name="connsiteX6" fmla="*/ 75476 w 133759"/>
                  <a:gd name="connsiteY6" fmla="*/ 25746 h 149656"/>
                  <a:gd name="connsiteX7" fmla="*/ 53521 w 133759"/>
                  <a:gd name="connsiteY7" fmla="*/ 25365 h 149656"/>
                  <a:gd name="connsiteX8" fmla="*/ 30156 w 133759"/>
                  <a:gd name="connsiteY8" fmla="*/ 25365 h 149656"/>
                  <a:gd name="connsiteX9" fmla="*/ 30156 w 133759"/>
                  <a:gd name="connsiteY9" fmla="*/ 63484 h 149656"/>
                  <a:gd name="connsiteX10" fmla="*/ 30156 w 133759"/>
                  <a:gd name="connsiteY10" fmla="*/ 63484 h 149656"/>
                  <a:gd name="connsiteX11" fmla="*/ 0 w 133759"/>
                  <a:gd name="connsiteY11" fmla="*/ 149657 h 149656"/>
                  <a:gd name="connsiteX12" fmla="*/ 0 w 133759"/>
                  <a:gd name="connsiteY12" fmla="*/ 0 h 149656"/>
                  <a:gd name="connsiteX13" fmla="*/ 63465 w 133759"/>
                  <a:gd name="connsiteY13" fmla="*/ 0 h 149656"/>
                  <a:gd name="connsiteX14" fmla="*/ 97927 w 133759"/>
                  <a:gd name="connsiteY14" fmla="*/ 4172 h 149656"/>
                  <a:gd name="connsiteX15" fmla="*/ 115129 w 133759"/>
                  <a:gd name="connsiteY15" fmla="*/ 18488 h 149656"/>
                  <a:gd name="connsiteX16" fmla="*/ 121711 w 133759"/>
                  <a:gd name="connsiteY16" fmla="*/ 42034 h 149656"/>
                  <a:gd name="connsiteX17" fmla="*/ 111976 w 133759"/>
                  <a:gd name="connsiteY17" fmla="*/ 69866 h 149656"/>
                  <a:gd name="connsiteX18" fmla="*/ 82753 w 133759"/>
                  <a:gd name="connsiteY18" fmla="*/ 83658 h 149656"/>
                  <a:gd name="connsiteX19" fmla="*/ 98708 w 133759"/>
                  <a:gd name="connsiteY19" fmla="*/ 96203 h 149656"/>
                  <a:gd name="connsiteX20" fmla="*/ 115567 w 133759"/>
                  <a:gd name="connsiteY20" fmla="*/ 120472 h 149656"/>
                  <a:gd name="connsiteX21" fmla="*/ 133760 w 133759"/>
                  <a:gd name="connsiteY21" fmla="*/ 149647 h 149656"/>
                  <a:gd name="connsiteX22" fmla="*/ 97841 w 133759"/>
                  <a:gd name="connsiteY22" fmla="*/ 149647 h 149656"/>
                  <a:gd name="connsiteX23" fmla="*/ 76210 w 133759"/>
                  <a:gd name="connsiteY23" fmla="*/ 117024 h 149656"/>
                  <a:gd name="connsiteX24" fmla="*/ 60417 w 133759"/>
                  <a:gd name="connsiteY24" fmla="*/ 95088 h 149656"/>
                  <a:gd name="connsiteX25" fmla="*/ 51254 w 133759"/>
                  <a:gd name="connsiteY25" fmla="*/ 88878 h 149656"/>
                  <a:gd name="connsiteX26" fmla="*/ 36071 w 133759"/>
                  <a:gd name="connsiteY26" fmla="*/ 87401 h 149656"/>
                  <a:gd name="connsiteX27" fmla="*/ 30156 w 133759"/>
                  <a:gd name="connsiteY27" fmla="*/ 87401 h 149656"/>
                  <a:gd name="connsiteX28" fmla="*/ 30156 w 133759"/>
                  <a:gd name="connsiteY28" fmla="*/ 149647 h 149656"/>
                  <a:gd name="connsiteX29" fmla="*/ 0 w 133759"/>
                  <a:gd name="connsiteY29" fmla="*/ 149647 h 149656"/>
                  <a:gd name="connsiteX30" fmla="*/ 0 w 133759"/>
                  <a:gd name="connsiteY30" fmla="*/ 149657 h 149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3759" h="149656">
                    <a:moveTo>
                      <a:pt x="30156" y="63484"/>
                    </a:moveTo>
                    <a:lnTo>
                      <a:pt x="52464" y="63484"/>
                    </a:lnTo>
                    <a:cubicBezTo>
                      <a:pt x="66732" y="63484"/>
                      <a:pt x="75638" y="62627"/>
                      <a:pt x="79372" y="61503"/>
                    </a:cubicBezTo>
                    <a:cubicBezTo>
                      <a:pt x="82925" y="60388"/>
                      <a:pt x="85554" y="58321"/>
                      <a:pt x="87668" y="55340"/>
                    </a:cubicBezTo>
                    <a:cubicBezTo>
                      <a:pt x="89878" y="52130"/>
                      <a:pt x="90916" y="48578"/>
                      <a:pt x="90916" y="43901"/>
                    </a:cubicBezTo>
                    <a:cubicBezTo>
                      <a:pt x="90916" y="38929"/>
                      <a:pt x="89488" y="34709"/>
                      <a:pt x="86896" y="31918"/>
                    </a:cubicBezTo>
                    <a:cubicBezTo>
                      <a:pt x="83954" y="28603"/>
                      <a:pt x="80315" y="26841"/>
                      <a:pt x="75476" y="25746"/>
                    </a:cubicBezTo>
                    <a:cubicBezTo>
                      <a:pt x="73095" y="25556"/>
                      <a:pt x="65827" y="25365"/>
                      <a:pt x="53521" y="25365"/>
                    </a:cubicBezTo>
                    <a:lnTo>
                      <a:pt x="30156" y="25365"/>
                    </a:lnTo>
                    <a:lnTo>
                      <a:pt x="30156" y="63484"/>
                    </a:lnTo>
                    <a:lnTo>
                      <a:pt x="30156" y="63484"/>
                    </a:lnTo>
                    <a:close/>
                    <a:moveTo>
                      <a:pt x="0" y="149657"/>
                    </a:moveTo>
                    <a:lnTo>
                      <a:pt x="0" y="0"/>
                    </a:lnTo>
                    <a:lnTo>
                      <a:pt x="63465" y="0"/>
                    </a:lnTo>
                    <a:cubicBezTo>
                      <a:pt x="79039" y="0"/>
                      <a:pt x="90640" y="1324"/>
                      <a:pt x="97927" y="4172"/>
                    </a:cubicBezTo>
                    <a:cubicBezTo>
                      <a:pt x="105261" y="6839"/>
                      <a:pt x="111043" y="11744"/>
                      <a:pt x="115129" y="18488"/>
                    </a:cubicBezTo>
                    <a:cubicBezTo>
                      <a:pt x="119701" y="25355"/>
                      <a:pt x="121711" y="33214"/>
                      <a:pt x="121711" y="42034"/>
                    </a:cubicBezTo>
                    <a:cubicBezTo>
                      <a:pt x="121711" y="53283"/>
                      <a:pt x="118396" y="62446"/>
                      <a:pt x="111976" y="69866"/>
                    </a:cubicBezTo>
                    <a:cubicBezTo>
                      <a:pt x="105451" y="77286"/>
                      <a:pt x="95698" y="81848"/>
                      <a:pt x="82753" y="83658"/>
                    </a:cubicBezTo>
                    <a:cubicBezTo>
                      <a:pt x="88935" y="87411"/>
                      <a:pt x="94459" y="91678"/>
                      <a:pt x="98708" y="96203"/>
                    </a:cubicBezTo>
                    <a:cubicBezTo>
                      <a:pt x="102822" y="100879"/>
                      <a:pt x="108338" y="108766"/>
                      <a:pt x="115567" y="120472"/>
                    </a:cubicBezTo>
                    <a:lnTo>
                      <a:pt x="133760" y="149647"/>
                    </a:lnTo>
                    <a:lnTo>
                      <a:pt x="97841" y="149647"/>
                    </a:lnTo>
                    <a:lnTo>
                      <a:pt x="76210" y="117024"/>
                    </a:lnTo>
                    <a:cubicBezTo>
                      <a:pt x="68704" y="105585"/>
                      <a:pt x="63465" y="98260"/>
                      <a:pt x="60417" y="95088"/>
                    </a:cubicBezTo>
                    <a:cubicBezTo>
                      <a:pt x="57636" y="91992"/>
                      <a:pt x="54436" y="90002"/>
                      <a:pt x="51254" y="88878"/>
                    </a:cubicBezTo>
                    <a:cubicBezTo>
                      <a:pt x="48263" y="87944"/>
                      <a:pt x="43206" y="87401"/>
                      <a:pt x="36071" y="87401"/>
                    </a:cubicBezTo>
                    <a:lnTo>
                      <a:pt x="30156" y="87401"/>
                    </a:lnTo>
                    <a:lnTo>
                      <a:pt x="30156" y="149647"/>
                    </a:lnTo>
                    <a:lnTo>
                      <a:pt x="0" y="149647"/>
                    </a:lnTo>
                    <a:lnTo>
                      <a:pt x="0" y="1496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</p:grpSp>
        <p:grpSp>
          <p:nvGrpSpPr>
            <p:cNvPr id="29" name="Graphic 18">
              <a:extLst>
                <a:ext uri="{FF2B5EF4-FFF2-40B4-BE49-F238E27FC236}">
                  <a16:creationId xmlns:a16="http://schemas.microsoft.com/office/drawing/2014/main" id="{16DC62F2-9193-174D-A1A7-E8982EB0E151}"/>
                </a:ext>
              </a:extLst>
            </p:cNvPr>
            <p:cNvGrpSpPr/>
            <p:nvPr/>
          </p:nvGrpSpPr>
          <p:grpSpPr>
            <a:xfrm>
              <a:off x="6830834" y="2079517"/>
              <a:ext cx="434958" cy="1577701"/>
              <a:chOff x="6830834" y="2079517"/>
              <a:chExt cx="434958" cy="1577701"/>
            </a:xfrm>
            <a:grpFill/>
          </p:grpSpPr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CEF62C88-828F-0849-89AB-1BCD7FDB6590}"/>
                  </a:ext>
                </a:extLst>
              </p:cNvPr>
              <p:cNvSpPr/>
              <p:nvPr/>
            </p:nvSpPr>
            <p:spPr>
              <a:xfrm>
                <a:off x="6976252" y="2079517"/>
                <a:ext cx="141293" cy="142074"/>
              </a:xfrm>
              <a:custGeom>
                <a:avLst/>
                <a:gdLst>
                  <a:gd name="connsiteX0" fmla="*/ 70685 w 141293"/>
                  <a:gd name="connsiteY0" fmla="*/ 0 h 142074"/>
                  <a:gd name="connsiteX1" fmla="*/ 141294 w 141293"/>
                  <a:gd name="connsiteY1" fmla="*/ 71037 h 142074"/>
                  <a:gd name="connsiteX2" fmla="*/ 70685 w 141293"/>
                  <a:gd name="connsiteY2" fmla="*/ 142075 h 142074"/>
                  <a:gd name="connsiteX3" fmla="*/ 0 w 141293"/>
                  <a:gd name="connsiteY3" fmla="*/ 71037 h 142074"/>
                  <a:gd name="connsiteX4" fmla="*/ 70685 w 141293"/>
                  <a:gd name="connsiteY4" fmla="*/ 0 h 142074"/>
                  <a:gd name="connsiteX5" fmla="*/ 70685 w 141293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293" h="142074">
                    <a:moveTo>
                      <a:pt x="70685" y="0"/>
                    </a:moveTo>
                    <a:cubicBezTo>
                      <a:pt x="109566" y="0"/>
                      <a:pt x="141294" y="31737"/>
                      <a:pt x="141294" y="71037"/>
                    </a:cubicBezTo>
                    <a:cubicBezTo>
                      <a:pt x="141294" y="110338"/>
                      <a:pt x="109566" y="142075"/>
                      <a:pt x="70685" y="142075"/>
                    </a:cubicBezTo>
                    <a:cubicBezTo>
                      <a:pt x="31566" y="142075"/>
                      <a:pt x="0" y="110338"/>
                      <a:pt x="0" y="71037"/>
                    </a:cubicBezTo>
                    <a:cubicBezTo>
                      <a:pt x="0" y="31737"/>
                      <a:pt x="31566" y="0"/>
                      <a:pt x="70685" y="0"/>
                    </a:cubicBezTo>
                    <a:lnTo>
                      <a:pt x="7068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8762AB4C-E85F-5E42-A79C-1B55DCC25D3D}"/>
                  </a:ext>
                </a:extLst>
              </p:cNvPr>
              <p:cNvSpPr/>
              <p:nvPr/>
            </p:nvSpPr>
            <p:spPr>
              <a:xfrm>
                <a:off x="6963708" y="3515153"/>
                <a:ext cx="141236" cy="142065"/>
              </a:xfrm>
              <a:custGeom>
                <a:avLst/>
                <a:gdLst>
                  <a:gd name="connsiteX0" fmla="*/ 70618 w 141236"/>
                  <a:gd name="connsiteY0" fmla="*/ 0 h 142065"/>
                  <a:gd name="connsiteX1" fmla="*/ 141237 w 141236"/>
                  <a:gd name="connsiteY1" fmla="*/ 71018 h 142065"/>
                  <a:gd name="connsiteX2" fmla="*/ 70618 w 141236"/>
                  <a:gd name="connsiteY2" fmla="*/ 142065 h 142065"/>
                  <a:gd name="connsiteX3" fmla="*/ 0 w 141236"/>
                  <a:gd name="connsiteY3" fmla="*/ 71018 h 142065"/>
                  <a:gd name="connsiteX4" fmla="*/ 70618 w 141236"/>
                  <a:gd name="connsiteY4" fmla="*/ 0 h 142065"/>
                  <a:gd name="connsiteX5" fmla="*/ 70618 w 141236"/>
                  <a:gd name="connsiteY5" fmla="*/ 0 h 14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236" h="142065">
                    <a:moveTo>
                      <a:pt x="70618" y="0"/>
                    </a:moveTo>
                    <a:cubicBezTo>
                      <a:pt x="109737" y="0"/>
                      <a:pt x="141237" y="31756"/>
                      <a:pt x="141237" y="71018"/>
                    </a:cubicBezTo>
                    <a:cubicBezTo>
                      <a:pt x="141237" y="110366"/>
                      <a:pt x="109737" y="142065"/>
                      <a:pt x="70618" y="142065"/>
                    </a:cubicBezTo>
                    <a:cubicBezTo>
                      <a:pt x="31737" y="142065"/>
                      <a:pt x="0" y="110366"/>
                      <a:pt x="0" y="71018"/>
                    </a:cubicBezTo>
                    <a:cubicBezTo>
                      <a:pt x="0" y="31756"/>
                      <a:pt x="31737" y="0"/>
                      <a:pt x="70618" y="0"/>
                    </a:cubicBezTo>
                    <a:lnTo>
                      <a:pt x="7061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352233FE-5DE2-3F46-A22E-5347BD81E7B6}"/>
                  </a:ext>
                </a:extLst>
              </p:cNvPr>
              <p:cNvSpPr/>
              <p:nvPr/>
            </p:nvSpPr>
            <p:spPr>
              <a:xfrm>
                <a:off x="7124500" y="3157032"/>
                <a:ext cx="141293" cy="142065"/>
              </a:xfrm>
              <a:custGeom>
                <a:avLst/>
                <a:gdLst>
                  <a:gd name="connsiteX0" fmla="*/ 70647 w 141293"/>
                  <a:gd name="connsiteY0" fmla="*/ 0 h 142065"/>
                  <a:gd name="connsiteX1" fmla="*/ 141294 w 141293"/>
                  <a:gd name="connsiteY1" fmla="*/ 70999 h 142065"/>
                  <a:gd name="connsiteX2" fmla="*/ 70647 w 141293"/>
                  <a:gd name="connsiteY2" fmla="*/ 142065 h 142065"/>
                  <a:gd name="connsiteX3" fmla="*/ 0 w 141293"/>
                  <a:gd name="connsiteY3" fmla="*/ 70999 h 142065"/>
                  <a:gd name="connsiteX4" fmla="*/ 70647 w 141293"/>
                  <a:gd name="connsiteY4" fmla="*/ 0 h 142065"/>
                  <a:gd name="connsiteX5" fmla="*/ 70647 w 141293"/>
                  <a:gd name="connsiteY5" fmla="*/ 0 h 14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293" h="142065">
                    <a:moveTo>
                      <a:pt x="70647" y="0"/>
                    </a:moveTo>
                    <a:cubicBezTo>
                      <a:pt x="109766" y="0"/>
                      <a:pt x="141294" y="31861"/>
                      <a:pt x="141294" y="70999"/>
                    </a:cubicBezTo>
                    <a:cubicBezTo>
                      <a:pt x="141294" y="110300"/>
                      <a:pt x="109766" y="142065"/>
                      <a:pt x="70647" y="142065"/>
                    </a:cubicBezTo>
                    <a:cubicBezTo>
                      <a:pt x="31766" y="142065"/>
                      <a:pt x="0" y="110300"/>
                      <a:pt x="0" y="70999"/>
                    </a:cubicBezTo>
                    <a:cubicBezTo>
                      <a:pt x="0" y="31861"/>
                      <a:pt x="31766" y="0"/>
                      <a:pt x="70647" y="0"/>
                    </a:cubicBezTo>
                    <a:lnTo>
                      <a:pt x="7064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47C8D956-9DF5-934E-B10C-E9615FAE3418}"/>
                  </a:ext>
                </a:extLst>
              </p:cNvPr>
              <p:cNvSpPr/>
              <p:nvPr/>
            </p:nvSpPr>
            <p:spPr>
              <a:xfrm>
                <a:off x="7075455" y="3336188"/>
                <a:ext cx="141198" cy="142074"/>
              </a:xfrm>
              <a:custGeom>
                <a:avLst/>
                <a:gdLst>
                  <a:gd name="connsiteX0" fmla="*/ 70647 w 141198"/>
                  <a:gd name="connsiteY0" fmla="*/ 0 h 142074"/>
                  <a:gd name="connsiteX1" fmla="*/ 141199 w 141198"/>
                  <a:gd name="connsiteY1" fmla="*/ 71037 h 142074"/>
                  <a:gd name="connsiteX2" fmla="*/ 70647 w 141198"/>
                  <a:gd name="connsiteY2" fmla="*/ 142075 h 142074"/>
                  <a:gd name="connsiteX3" fmla="*/ 0 w 141198"/>
                  <a:gd name="connsiteY3" fmla="*/ 71037 h 142074"/>
                  <a:gd name="connsiteX4" fmla="*/ 70647 w 141198"/>
                  <a:gd name="connsiteY4" fmla="*/ 0 h 142074"/>
                  <a:gd name="connsiteX5" fmla="*/ 70647 w 141198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198" h="142074">
                    <a:moveTo>
                      <a:pt x="70647" y="0"/>
                    </a:moveTo>
                    <a:cubicBezTo>
                      <a:pt x="109528" y="0"/>
                      <a:pt x="141199" y="31709"/>
                      <a:pt x="141199" y="71037"/>
                    </a:cubicBezTo>
                    <a:cubicBezTo>
                      <a:pt x="141199" y="110157"/>
                      <a:pt x="109528" y="142075"/>
                      <a:pt x="70647" y="142075"/>
                    </a:cubicBezTo>
                    <a:cubicBezTo>
                      <a:pt x="31699" y="142075"/>
                      <a:pt x="0" y="110157"/>
                      <a:pt x="0" y="71037"/>
                    </a:cubicBezTo>
                    <a:cubicBezTo>
                      <a:pt x="0" y="31699"/>
                      <a:pt x="31699" y="0"/>
                      <a:pt x="70647" y="0"/>
                    </a:cubicBezTo>
                    <a:lnTo>
                      <a:pt x="7064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25507417-FD59-9540-BFE6-92254E0C0D16}"/>
                  </a:ext>
                </a:extLst>
              </p:cNvPr>
              <p:cNvSpPr/>
              <p:nvPr/>
            </p:nvSpPr>
            <p:spPr>
              <a:xfrm>
                <a:off x="6984711" y="2797835"/>
                <a:ext cx="141198" cy="142065"/>
              </a:xfrm>
              <a:custGeom>
                <a:avLst/>
                <a:gdLst>
                  <a:gd name="connsiteX0" fmla="*/ 70580 w 141198"/>
                  <a:gd name="connsiteY0" fmla="*/ 0 h 142065"/>
                  <a:gd name="connsiteX1" fmla="*/ 141199 w 141198"/>
                  <a:gd name="connsiteY1" fmla="*/ 71018 h 142065"/>
                  <a:gd name="connsiteX2" fmla="*/ 70580 w 141198"/>
                  <a:gd name="connsiteY2" fmla="*/ 142065 h 142065"/>
                  <a:gd name="connsiteX3" fmla="*/ 0 w 141198"/>
                  <a:gd name="connsiteY3" fmla="*/ 71018 h 142065"/>
                  <a:gd name="connsiteX4" fmla="*/ 70580 w 141198"/>
                  <a:gd name="connsiteY4" fmla="*/ 0 h 142065"/>
                  <a:gd name="connsiteX5" fmla="*/ 70580 w 141198"/>
                  <a:gd name="connsiteY5" fmla="*/ 0 h 14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198" h="142065">
                    <a:moveTo>
                      <a:pt x="70580" y="0"/>
                    </a:moveTo>
                    <a:cubicBezTo>
                      <a:pt x="109699" y="0"/>
                      <a:pt x="141199" y="31747"/>
                      <a:pt x="141199" y="71018"/>
                    </a:cubicBezTo>
                    <a:cubicBezTo>
                      <a:pt x="141199" y="110395"/>
                      <a:pt x="109699" y="142065"/>
                      <a:pt x="70580" y="142065"/>
                    </a:cubicBezTo>
                    <a:cubicBezTo>
                      <a:pt x="31699" y="142065"/>
                      <a:pt x="0" y="110385"/>
                      <a:pt x="0" y="71018"/>
                    </a:cubicBezTo>
                    <a:cubicBezTo>
                      <a:pt x="0" y="31747"/>
                      <a:pt x="31699" y="0"/>
                      <a:pt x="70580" y="0"/>
                    </a:cubicBezTo>
                    <a:lnTo>
                      <a:pt x="705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C3227750-B51B-184F-85F1-D2AE7ED16E5F}"/>
                  </a:ext>
                </a:extLst>
              </p:cNvPr>
              <p:cNvSpPr/>
              <p:nvPr/>
            </p:nvSpPr>
            <p:spPr>
              <a:xfrm>
                <a:off x="7092438" y="2976829"/>
                <a:ext cx="141188" cy="142074"/>
              </a:xfrm>
              <a:custGeom>
                <a:avLst/>
                <a:gdLst>
                  <a:gd name="connsiteX0" fmla="*/ 70580 w 141188"/>
                  <a:gd name="connsiteY0" fmla="*/ 0 h 142074"/>
                  <a:gd name="connsiteX1" fmla="*/ 141189 w 141188"/>
                  <a:gd name="connsiteY1" fmla="*/ 71037 h 142074"/>
                  <a:gd name="connsiteX2" fmla="*/ 70580 w 141188"/>
                  <a:gd name="connsiteY2" fmla="*/ 142075 h 142074"/>
                  <a:gd name="connsiteX3" fmla="*/ 0 w 141188"/>
                  <a:gd name="connsiteY3" fmla="*/ 71037 h 142074"/>
                  <a:gd name="connsiteX4" fmla="*/ 70580 w 141188"/>
                  <a:gd name="connsiteY4" fmla="*/ 0 h 142074"/>
                  <a:gd name="connsiteX5" fmla="*/ 70580 w 141188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188" h="142074">
                    <a:moveTo>
                      <a:pt x="70580" y="0"/>
                    </a:moveTo>
                    <a:cubicBezTo>
                      <a:pt x="109699" y="0"/>
                      <a:pt x="141189" y="31918"/>
                      <a:pt x="141189" y="71037"/>
                    </a:cubicBezTo>
                    <a:cubicBezTo>
                      <a:pt x="141189" y="110328"/>
                      <a:pt x="109699" y="142075"/>
                      <a:pt x="70580" y="142075"/>
                    </a:cubicBezTo>
                    <a:cubicBezTo>
                      <a:pt x="31699" y="142075"/>
                      <a:pt x="0" y="110328"/>
                      <a:pt x="0" y="71037"/>
                    </a:cubicBezTo>
                    <a:cubicBezTo>
                      <a:pt x="0" y="31918"/>
                      <a:pt x="31699" y="0"/>
                      <a:pt x="70580" y="0"/>
                    </a:cubicBezTo>
                    <a:lnTo>
                      <a:pt x="705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BDA16A85-E36B-A942-99DF-22CB37C86B1C}"/>
                  </a:ext>
                </a:extLst>
              </p:cNvPr>
              <p:cNvSpPr/>
              <p:nvPr/>
            </p:nvSpPr>
            <p:spPr>
              <a:xfrm>
                <a:off x="6830834" y="2438695"/>
                <a:ext cx="141065" cy="142074"/>
              </a:xfrm>
              <a:custGeom>
                <a:avLst/>
                <a:gdLst>
                  <a:gd name="connsiteX0" fmla="*/ 70618 w 141065"/>
                  <a:gd name="connsiteY0" fmla="*/ 0 h 142074"/>
                  <a:gd name="connsiteX1" fmla="*/ 141065 w 141065"/>
                  <a:gd name="connsiteY1" fmla="*/ 71018 h 142074"/>
                  <a:gd name="connsiteX2" fmla="*/ 70618 w 141065"/>
                  <a:gd name="connsiteY2" fmla="*/ 142075 h 142074"/>
                  <a:gd name="connsiteX3" fmla="*/ 0 w 141065"/>
                  <a:gd name="connsiteY3" fmla="*/ 71018 h 142074"/>
                  <a:gd name="connsiteX4" fmla="*/ 70618 w 141065"/>
                  <a:gd name="connsiteY4" fmla="*/ 0 h 142074"/>
                  <a:gd name="connsiteX5" fmla="*/ 70618 w 141065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065" h="142074">
                    <a:moveTo>
                      <a:pt x="70618" y="0"/>
                    </a:moveTo>
                    <a:cubicBezTo>
                      <a:pt x="109518" y="0"/>
                      <a:pt x="141065" y="31737"/>
                      <a:pt x="141065" y="71018"/>
                    </a:cubicBezTo>
                    <a:cubicBezTo>
                      <a:pt x="141065" y="110347"/>
                      <a:pt x="109518" y="142075"/>
                      <a:pt x="70618" y="142075"/>
                    </a:cubicBezTo>
                    <a:cubicBezTo>
                      <a:pt x="31518" y="142075"/>
                      <a:pt x="0" y="110347"/>
                      <a:pt x="0" y="71018"/>
                    </a:cubicBezTo>
                    <a:cubicBezTo>
                      <a:pt x="-10" y="31728"/>
                      <a:pt x="31509" y="0"/>
                      <a:pt x="70618" y="0"/>
                    </a:cubicBezTo>
                    <a:lnTo>
                      <a:pt x="7061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EFFA2CB1-5357-E34A-BC9D-6A82710C28E4}"/>
                  </a:ext>
                </a:extLst>
              </p:cNvPr>
              <p:cNvSpPr/>
              <p:nvPr/>
            </p:nvSpPr>
            <p:spPr>
              <a:xfrm>
                <a:off x="6875707" y="2258910"/>
                <a:ext cx="141255" cy="142065"/>
              </a:xfrm>
              <a:custGeom>
                <a:avLst/>
                <a:gdLst>
                  <a:gd name="connsiteX0" fmla="*/ 70609 w 141255"/>
                  <a:gd name="connsiteY0" fmla="*/ 0 h 142065"/>
                  <a:gd name="connsiteX1" fmla="*/ 141256 w 141255"/>
                  <a:gd name="connsiteY1" fmla="*/ 71047 h 142065"/>
                  <a:gd name="connsiteX2" fmla="*/ 70609 w 141255"/>
                  <a:gd name="connsiteY2" fmla="*/ 142065 h 142065"/>
                  <a:gd name="connsiteX3" fmla="*/ 0 w 141255"/>
                  <a:gd name="connsiteY3" fmla="*/ 71047 h 142065"/>
                  <a:gd name="connsiteX4" fmla="*/ 70609 w 141255"/>
                  <a:gd name="connsiteY4" fmla="*/ 0 h 142065"/>
                  <a:gd name="connsiteX5" fmla="*/ 70609 w 141255"/>
                  <a:gd name="connsiteY5" fmla="*/ 0 h 14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255" h="142065">
                    <a:moveTo>
                      <a:pt x="70609" y="0"/>
                    </a:moveTo>
                    <a:cubicBezTo>
                      <a:pt x="109766" y="0"/>
                      <a:pt x="141256" y="31737"/>
                      <a:pt x="141256" y="71047"/>
                    </a:cubicBezTo>
                    <a:cubicBezTo>
                      <a:pt x="141256" y="110328"/>
                      <a:pt x="109766" y="142065"/>
                      <a:pt x="70609" y="142065"/>
                    </a:cubicBezTo>
                    <a:cubicBezTo>
                      <a:pt x="31728" y="142065"/>
                      <a:pt x="0" y="110328"/>
                      <a:pt x="0" y="71047"/>
                    </a:cubicBezTo>
                    <a:cubicBezTo>
                      <a:pt x="0" y="31728"/>
                      <a:pt x="31728" y="0"/>
                      <a:pt x="70609" y="0"/>
                    </a:cubicBezTo>
                    <a:lnTo>
                      <a:pt x="7060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F3F71940-9326-EE4A-B7B6-1061F4F43716}"/>
                  </a:ext>
                </a:extLst>
              </p:cNvPr>
              <p:cNvSpPr/>
              <p:nvPr/>
            </p:nvSpPr>
            <p:spPr>
              <a:xfrm>
                <a:off x="6857552" y="2618841"/>
                <a:ext cx="141103" cy="142074"/>
              </a:xfrm>
              <a:custGeom>
                <a:avLst/>
                <a:gdLst>
                  <a:gd name="connsiteX0" fmla="*/ 70428 w 141103"/>
                  <a:gd name="connsiteY0" fmla="*/ 0 h 142074"/>
                  <a:gd name="connsiteX1" fmla="*/ 141103 w 141103"/>
                  <a:gd name="connsiteY1" fmla="*/ 71047 h 142074"/>
                  <a:gd name="connsiteX2" fmla="*/ 70428 w 141103"/>
                  <a:gd name="connsiteY2" fmla="*/ 142075 h 142074"/>
                  <a:gd name="connsiteX3" fmla="*/ 0 w 141103"/>
                  <a:gd name="connsiteY3" fmla="*/ 71047 h 142074"/>
                  <a:gd name="connsiteX4" fmla="*/ 70428 w 141103"/>
                  <a:gd name="connsiteY4" fmla="*/ 0 h 142074"/>
                  <a:gd name="connsiteX5" fmla="*/ 70428 w 141103"/>
                  <a:gd name="connsiteY5" fmla="*/ 0 h 14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103" h="142074">
                    <a:moveTo>
                      <a:pt x="70428" y="0"/>
                    </a:moveTo>
                    <a:cubicBezTo>
                      <a:pt x="109528" y="0"/>
                      <a:pt x="141103" y="31737"/>
                      <a:pt x="141103" y="71047"/>
                    </a:cubicBezTo>
                    <a:cubicBezTo>
                      <a:pt x="141103" y="110166"/>
                      <a:pt x="109538" y="142075"/>
                      <a:pt x="70428" y="142075"/>
                    </a:cubicBezTo>
                    <a:cubicBezTo>
                      <a:pt x="31528" y="142075"/>
                      <a:pt x="0" y="110166"/>
                      <a:pt x="0" y="71047"/>
                    </a:cubicBezTo>
                    <a:cubicBezTo>
                      <a:pt x="0" y="31737"/>
                      <a:pt x="31528" y="0"/>
                      <a:pt x="70428" y="0"/>
                    </a:cubicBezTo>
                    <a:lnTo>
                      <a:pt x="7042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</p:grpSp>
        <p:grpSp>
          <p:nvGrpSpPr>
            <p:cNvPr id="30" name="Graphic 18">
              <a:extLst>
                <a:ext uri="{FF2B5EF4-FFF2-40B4-BE49-F238E27FC236}">
                  <a16:creationId xmlns:a16="http://schemas.microsoft.com/office/drawing/2014/main" id="{47309F6D-BE9D-8B48-B1BF-25C30AA12A8F}"/>
                </a:ext>
              </a:extLst>
            </p:cNvPr>
            <p:cNvGrpSpPr/>
            <p:nvPr/>
          </p:nvGrpSpPr>
          <p:grpSpPr>
            <a:xfrm>
              <a:off x="6223434" y="2069096"/>
              <a:ext cx="1644386" cy="1598552"/>
              <a:chOff x="6223434" y="2069096"/>
              <a:chExt cx="1644386" cy="1598552"/>
            </a:xfrm>
            <a:grpFill/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9FAAB1A8-B8A5-BC49-8B9E-0204D37219D6}"/>
                  </a:ext>
                </a:extLst>
              </p:cNvPr>
              <p:cNvSpPr/>
              <p:nvPr/>
            </p:nvSpPr>
            <p:spPr>
              <a:xfrm>
                <a:off x="6757920" y="2069096"/>
                <a:ext cx="162153" cy="162934"/>
              </a:xfrm>
              <a:custGeom>
                <a:avLst/>
                <a:gdLst>
                  <a:gd name="connsiteX0" fmla="*/ 0 w 162153"/>
                  <a:gd name="connsiteY0" fmla="*/ 81467 h 162934"/>
                  <a:gd name="connsiteX1" fmla="*/ 81077 w 162153"/>
                  <a:gd name="connsiteY1" fmla="*/ 162935 h 162934"/>
                  <a:gd name="connsiteX2" fmla="*/ 162153 w 162153"/>
                  <a:gd name="connsiteY2" fmla="*/ 81467 h 162934"/>
                  <a:gd name="connsiteX3" fmla="*/ 81077 w 162153"/>
                  <a:gd name="connsiteY3" fmla="*/ 0 h 162934"/>
                  <a:gd name="connsiteX4" fmla="*/ 0 w 162153"/>
                  <a:gd name="connsiteY4" fmla="*/ 81467 h 162934"/>
                  <a:gd name="connsiteX5" fmla="*/ 20860 w 162153"/>
                  <a:gd name="connsiteY5" fmla="*/ 81467 h 162934"/>
                  <a:gd name="connsiteX6" fmla="*/ 81077 w 162153"/>
                  <a:gd name="connsiteY6" fmla="*/ 20860 h 162934"/>
                  <a:gd name="connsiteX7" fmla="*/ 141294 w 162153"/>
                  <a:gd name="connsiteY7" fmla="*/ 81467 h 162934"/>
                  <a:gd name="connsiteX8" fmla="*/ 81077 w 162153"/>
                  <a:gd name="connsiteY8" fmla="*/ 142065 h 162934"/>
                  <a:gd name="connsiteX9" fmla="*/ 20860 w 162153"/>
                  <a:gd name="connsiteY9" fmla="*/ 8146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53" h="162934">
                    <a:moveTo>
                      <a:pt x="0" y="81467"/>
                    </a:moveTo>
                    <a:cubicBezTo>
                      <a:pt x="0" y="126378"/>
                      <a:pt x="36376" y="162935"/>
                      <a:pt x="81077" y="162935"/>
                    </a:cubicBezTo>
                    <a:cubicBezTo>
                      <a:pt x="125778" y="162935"/>
                      <a:pt x="162153" y="126378"/>
                      <a:pt x="162153" y="81467"/>
                    </a:cubicBezTo>
                    <a:cubicBezTo>
                      <a:pt x="162153" y="36547"/>
                      <a:pt x="125778" y="0"/>
                      <a:pt x="81077" y="0"/>
                    </a:cubicBezTo>
                    <a:cubicBezTo>
                      <a:pt x="36376" y="0"/>
                      <a:pt x="0" y="36538"/>
                      <a:pt x="0" y="81467"/>
                    </a:cubicBezTo>
                    <a:close/>
                    <a:moveTo>
                      <a:pt x="20860" y="81467"/>
                    </a:moveTo>
                    <a:cubicBezTo>
                      <a:pt x="20860" y="48044"/>
                      <a:pt x="47882" y="20860"/>
                      <a:pt x="81077" y="20860"/>
                    </a:cubicBezTo>
                    <a:cubicBezTo>
                      <a:pt x="114271" y="20860"/>
                      <a:pt x="141294" y="48044"/>
                      <a:pt x="141294" y="81467"/>
                    </a:cubicBezTo>
                    <a:cubicBezTo>
                      <a:pt x="141294" y="114881"/>
                      <a:pt x="114271" y="142065"/>
                      <a:pt x="81077" y="142065"/>
                    </a:cubicBezTo>
                    <a:cubicBezTo>
                      <a:pt x="47882" y="142065"/>
                      <a:pt x="20860" y="114881"/>
                      <a:pt x="20860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FAB2288-3549-1845-B0A2-752939842045}"/>
                  </a:ext>
                </a:extLst>
              </p:cNvPr>
              <p:cNvSpPr/>
              <p:nvPr/>
            </p:nvSpPr>
            <p:spPr>
              <a:xfrm>
                <a:off x="6745614" y="3504742"/>
                <a:ext cx="161858" cy="162906"/>
              </a:xfrm>
              <a:custGeom>
                <a:avLst/>
                <a:gdLst>
                  <a:gd name="connsiteX0" fmla="*/ 0 w 161858"/>
                  <a:gd name="connsiteY0" fmla="*/ 81429 h 162906"/>
                  <a:gd name="connsiteX1" fmla="*/ 80848 w 161858"/>
                  <a:gd name="connsiteY1" fmla="*/ 162906 h 162906"/>
                  <a:gd name="connsiteX2" fmla="*/ 161858 w 161858"/>
                  <a:gd name="connsiteY2" fmla="*/ 81429 h 162906"/>
                  <a:gd name="connsiteX3" fmla="*/ 80848 w 161858"/>
                  <a:gd name="connsiteY3" fmla="*/ 0 h 162906"/>
                  <a:gd name="connsiteX4" fmla="*/ 0 w 161858"/>
                  <a:gd name="connsiteY4" fmla="*/ 81429 h 162906"/>
                  <a:gd name="connsiteX5" fmla="*/ 20860 w 161858"/>
                  <a:gd name="connsiteY5" fmla="*/ 81429 h 162906"/>
                  <a:gd name="connsiteX6" fmla="*/ 80858 w 161858"/>
                  <a:gd name="connsiteY6" fmla="*/ 20860 h 162906"/>
                  <a:gd name="connsiteX7" fmla="*/ 140989 w 161858"/>
                  <a:gd name="connsiteY7" fmla="*/ 81429 h 162906"/>
                  <a:gd name="connsiteX8" fmla="*/ 80858 w 161858"/>
                  <a:gd name="connsiteY8" fmla="*/ 142037 h 162906"/>
                  <a:gd name="connsiteX9" fmla="*/ 20860 w 161858"/>
                  <a:gd name="connsiteY9" fmla="*/ 81429 h 16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858" h="162906">
                    <a:moveTo>
                      <a:pt x="0" y="81429"/>
                    </a:moveTo>
                    <a:cubicBezTo>
                      <a:pt x="0" y="126359"/>
                      <a:pt x="36281" y="162906"/>
                      <a:pt x="80848" y="162906"/>
                    </a:cubicBezTo>
                    <a:cubicBezTo>
                      <a:pt x="125511" y="162906"/>
                      <a:pt x="161858" y="126359"/>
                      <a:pt x="161858" y="81429"/>
                    </a:cubicBezTo>
                    <a:cubicBezTo>
                      <a:pt x="161858" y="36538"/>
                      <a:pt x="125521" y="0"/>
                      <a:pt x="80848" y="0"/>
                    </a:cubicBezTo>
                    <a:cubicBezTo>
                      <a:pt x="36281" y="0"/>
                      <a:pt x="0" y="36538"/>
                      <a:pt x="0" y="81429"/>
                    </a:cubicBezTo>
                    <a:close/>
                    <a:moveTo>
                      <a:pt x="20860" y="81429"/>
                    </a:moveTo>
                    <a:cubicBezTo>
                      <a:pt x="20860" y="48044"/>
                      <a:pt x="47787" y="20860"/>
                      <a:pt x="80858" y="20860"/>
                    </a:cubicBezTo>
                    <a:cubicBezTo>
                      <a:pt x="114014" y="20860"/>
                      <a:pt x="140989" y="48044"/>
                      <a:pt x="140989" y="81429"/>
                    </a:cubicBezTo>
                    <a:cubicBezTo>
                      <a:pt x="140989" y="114853"/>
                      <a:pt x="114014" y="142037"/>
                      <a:pt x="80858" y="142037"/>
                    </a:cubicBezTo>
                    <a:cubicBezTo>
                      <a:pt x="47787" y="142037"/>
                      <a:pt x="20860" y="114853"/>
                      <a:pt x="2086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38D80F5-FFBB-6241-8AC2-49D150DAE1D9}"/>
                  </a:ext>
                </a:extLst>
              </p:cNvPr>
              <p:cNvSpPr/>
              <p:nvPr/>
            </p:nvSpPr>
            <p:spPr>
              <a:xfrm>
                <a:off x="7161152" y="3504742"/>
                <a:ext cx="162143" cy="162906"/>
              </a:xfrm>
              <a:custGeom>
                <a:avLst/>
                <a:gdLst>
                  <a:gd name="connsiteX0" fmla="*/ 0 w 162143"/>
                  <a:gd name="connsiteY0" fmla="*/ 81429 h 162906"/>
                  <a:gd name="connsiteX1" fmla="*/ 81077 w 162143"/>
                  <a:gd name="connsiteY1" fmla="*/ 162906 h 162906"/>
                  <a:gd name="connsiteX2" fmla="*/ 162144 w 162143"/>
                  <a:gd name="connsiteY2" fmla="*/ 81429 h 162906"/>
                  <a:gd name="connsiteX3" fmla="*/ 81077 w 162143"/>
                  <a:gd name="connsiteY3" fmla="*/ 0 h 162906"/>
                  <a:gd name="connsiteX4" fmla="*/ 0 w 162143"/>
                  <a:gd name="connsiteY4" fmla="*/ 81429 h 162906"/>
                  <a:gd name="connsiteX5" fmla="*/ 20860 w 162143"/>
                  <a:gd name="connsiteY5" fmla="*/ 81429 h 162906"/>
                  <a:gd name="connsiteX6" fmla="*/ 81077 w 162143"/>
                  <a:gd name="connsiteY6" fmla="*/ 20860 h 162906"/>
                  <a:gd name="connsiteX7" fmla="*/ 141266 w 162143"/>
                  <a:gd name="connsiteY7" fmla="*/ 81429 h 162906"/>
                  <a:gd name="connsiteX8" fmla="*/ 81077 w 162143"/>
                  <a:gd name="connsiteY8" fmla="*/ 142037 h 162906"/>
                  <a:gd name="connsiteX9" fmla="*/ 20860 w 162143"/>
                  <a:gd name="connsiteY9" fmla="*/ 81429 h 16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3" h="162906">
                    <a:moveTo>
                      <a:pt x="0" y="81429"/>
                    </a:moveTo>
                    <a:cubicBezTo>
                      <a:pt x="0" y="126359"/>
                      <a:pt x="36376" y="162906"/>
                      <a:pt x="81077" y="162906"/>
                    </a:cubicBezTo>
                    <a:cubicBezTo>
                      <a:pt x="125797" y="162906"/>
                      <a:pt x="162144" y="126359"/>
                      <a:pt x="162144" y="81429"/>
                    </a:cubicBezTo>
                    <a:cubicBezTo>
                      <a:pt x="162144" y="36538"/>
                      <a:pt x="125806" y="0"/>
                      <a:pt x="81077" y="0"/>
                    </a:cubicBezTo>
                    <a:cubicBezTo>
                      <a:pt x="36376" y="0"/>
                      <a:pt x="0" y="36538"/>
                      <a:pt x="0" y="81429"/>
                    </a:cubicBezTo>
                    <a:close/>
                    <a:moveTo>
                      <a:pt x="20860" y="81429"/>
                    </a:moveTo>
                    <a:cubicBezTo>
                      <a:pt x="20860" y="48044"/>
                      <a:pt x="47892" y="20860"/>
                      <a:pt x="81077" y="20860"/>
                    </a:cubicBezTo>
                    <a:cubicBezTo>
                      <a:pt x="114290" y="20860"/>
                      <a:pt x="141266" y="48044"/>
                      <a:pt x="141266" y="81429"/>
                    </a:cubicBezTo>
                    <a:cubicBezTo>
                      <a:pt x="141266" y="114853"/>
                      <a:pt x="114290" y="142037"/>
                      <a:pt x="81077" y="142037"/>
                    </a:cubicBezTo>
                    <a:cubicBezTo>
                      <a:pt x="47882" y="142037"/>
                      <a:pt x="20860" y="114853"/>
                      <a:pt x="2086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D048CD9E-9F81-F748-8D0D-72F94AC79E2B}"/>
                  </a:ext>
                </a:extLst>
              </p:cNvPr>
              <p:cNvSpPr/>
              <p:nvPr/>
            </p:nvSpPr>
            <p:spPr>
              <a:xfrm>
                <a:off x="7173782" y="2069096"/>
                <a:ext cx="161877" cy="162934"/>
              </a:xfrm>
              <a:custGeom>
                <a:avLst/>
                <a:gdLst>
                  <a:gd name="connsiteX0" fmla="*/ 0 w 161877"/>
                  <a:gd name="connsiteY0" fmla="*/ 81467 h 162934"/>
                  <a:gd name="connsiteX1" fmla="*/ 81029 w 161877"/>
                  <a:gd name="connsiteY1" fmla="*/ 162935 h 162934"/>
                  <a:gd name="connsiteX2" fmla="*/ 161877 w 161877"/>
                  <a:gd name="connsiteY2" fmla="*/ 81467 h 162934"/>
                  <a:gd name="connsiteX3" fmla="*/ 81029 w 161877"/>
                  <a:gd name="connsiteY3" fmla="*/ 0 h 162934"/>
                  <a:gd name="connsiteX4" fmla="*/ 0 w 161877"/>
                  <a:gd name="connsiteY4" fmla="*/ 81467 h 162934"/>
                  <a:gd name="connsiteX5" fmla="*/ 20879 w 161877"/>
                  <a:gd name="connsiteY5" fmla="*/ 81467 h 162934"/>
                  <a:gd name="connsiteX6" fmla="*/ 81029 w 161877"/>
                  <a:gd name="connsiteY6" fmla="*/ 20860 h 162934"/>
                  <a:gd name="connsiteX7" fmla="*/ 141008 w 161877"/>
                  <a:gd name="connsiteY7" fmla="*/ 81467 h 162934"/>
                  <a:gd name="connsiteX8" fmla="*/ 81029 w 161877"/>
                  <a:gd name="connsiteY8" fmla="*/ 142065 h 162934"/>
                  <a:gd name="connsiteX9" fmla="*/ 20879 w 161877"/>
                  <a:gd name="connsiteY9" fmla="*/ 8146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877" h="162934">
                    <a:moveTo>
                      <a:pt x="0" y="81467"/>
                    </a:moveTo>
                    <a:cubicBezTo>
                      <a:pt x="0" y="126378"/>
                      <a:pt x="36338" y="162935"/>
                      <a:pt x="81029" y="162935"/>
                    </a:cubicBezTo>
                    <a:cubicBezTo>
                      <a:pt x="125606" y="162935"/>
                      <a:pt x="161877" y="126378"/>
                      <a:pt x="161877" y="81467"/>
                    </a:cubicBezTo>
                    <a:cubicBezTo>
                      <a:pt x="161877" y="36547"/>
                      <a:pt x="125596" y="0"/>
                      <a:pt x="81029" y="0"/>
                    </a:cubicBezTo>
                    <a:cubicBezTo>
                      <a:pt x="36347" y="0"/>
                      <a:pt x="0" y="36538"/>
                      <a:pt x="0" y="81467"/>
                    </a:cubicBezTo>
                    <a:close/>
                    <a:moveTo>
                      <a:pt x="20879" y="81467"/>
                    </a:moveTo>
                    <a:cubicBezTo>
                      <a:pt x="20879" y="48044"/>
                      <a:pt x="47853" y="20860"/>
                      <a:pt x="81029" y="20860"/>
                    </a:cubicBezTo>
                    <a:cubicBezTo>
                      <a:pt x="114100" y="20860"/>
                      <a:pt x="141008" y="48044"/>
                      <a:pt x="141008" y="81467"/>
                    </a:cubicBezTo>
                    <a:cubicBezTo>
                      <a:pt x="141008" y="114881"/>
                      <a:pt x="114100" y="142065"/>
                      <a:pt x="81029" y="142065"/>
                    </a:cubicBezTo>
                    <a:cubicBezTo>
                      <a:pt x="47853" y="142065"/>
                      <a:pt x="20879" y="114881"/>
                      <a:pt x="20879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6D52E155-DCC8-8442-AA71-1F428031F208}"/>
                  </a:ext>
                </a:extLst>
              </p:cNvPr>
              <p:cNvSpPr/>
              <p:nvPr/>
            </p:nvSpPr>
            <p:spPr>
              <a:xfrm>
                <a:off x="6282661" y="3146602"/>
                <a:ext cx="161925" cy="162934"/>
              </a:xfrm>
              <a:custGeom>
                <a:avLst/>
                <a:gdLst>
                  <a:gd name="connsiteX0" fmla="*/ 0 w 161925"/>
                  <a:gd name="connsiteY0" fmla="*/ 81429 h 162934"/>
                  <a:gd name="connsiteX1" fmla="*/ 81106 w 161925"/>
                  <a:gd name="connsiteY1" fmla="*/ 162935 h 162934"/>
                  <a:gd name="connsiteX2" fmla="*/ 161925 w 161925"/>
                  <a:gd name="connsiteY2" fmla="*/ 81429 h 162934"/>
                  <a:gd name="connsiteX3" fmla="*/ 81106 w 161925"/>
                  <a:gd name="connsiteY3" fmla="*/ 0 h 162934"/>
                  <a:gd name="connsiteX4" fmla="*/ 0 w 161925"/>
                  <a:gd name="connsiteY4" fmla="*/ 81429 h 162934"/>
                  <a:gd name="connsiteX5" fmla="*/ 20850 w 161925"/>
                  <a:gd name="connsiteY5" fmla="*/ 81429 h 162934"/>
                  <a:gd name="connsiteX6" fmla="*/ 81096 w 161925"/>
                  <a:gd name="connsiteY6" fmla="*/ 20860 h 162934"/>
                  <a:gd name="connsiteX7" fmla="*/ 141066 w 161925"/>
                  <a:gd name="connsiteY7" fmla="*/ 81429 h 162934"/>
                  <a:gd name="connsiteX8" fmla="*/ 81096 w 161925"/>
                  <a:gd name="connsiteY8" fmla="*/ 142056 h 162934"/>
                  <a:gd name="connsiteX9" fmla="*/ 20850 w 161925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29"/>
                    </a:moveTo>
                    <a:cubicBezTo>
                      <a:pt x="0" y="126359"/>
                      <a:pt x="36386" y="162935"/>
                      <a:pt x="81106" y="162935"/>
                    </a:cubicBezTo>
                    <a:cubicBezTo>
                      <a:pt x="125682" y="162935"/>
                      <a:pt x="161925" y="126368"/>
                      <a:pt x="161925" y="81429"/>
                    </a:cubicBezTo>
                    <a:cubicBezTo>
                      <a:pt x="161925" y="36529"/>
                      <a:pt x="125673" y="0"/>
                      <a:pt x="81106" y="0"/>
                    </a:cubicBezTo>
                    <a:cubicBezTo>
                      <a:pt x="36386" y="0"/>
                      <a:pt x="0" y="36529"/>
                      <a:pt x="0" y="81429"/>
                    </a:cubicBezTo>
                    <a:close/>
                    <a:moveTo>
                      <a:pt x="20850" y="81429"/>
                    </a:moveTo>
                    <a:cubicBezTo>
                      <a:pt x="20850" y="48025"/>
                      <a:pt x="47911" y="20860"/>
                      <a:pt x="81096" y="20860"/>
                    </a:cubicBezTo>
                    <a:cubicBezTo>
                      <a:pt x="114186" y="20860"/>
                      <a:pt x="141066" y="48035"/>
                      <a:pt x="141066" y="81429"/>
                    </a:cubicBezTo>
                    <a:cubicBezTo>
                      <a:pt x="141066" y="114871"/>
                      <a:pt x="114186" y="142056"/>
                      <a:pt x="81096" y="142056"/>
                    </a:cubicBezTo>
                    <a:cubicBezTo>
                      <a:pt x="47911" y="142065"/>
                      <a:pt x="20850" y="114871"/>
                      <a:pt x="2085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2618A3F-8A54-874A-89DB-188903297B19}"/>
                  </a:ext>
                </a:extLst>
              </p:cNvPr>
              <p:cNvSpPr/>
              <p:nvPr/>
            </p:nvSpPr>
            <p:spPr>
              <a:xfrm>
                <a:off x="6490563" y="3146602"/>
                <a:ext cx="161925" cy="162934"/>
              </a:xfrm>
              <a:custGeom>
                <a:avLst/>
                <a:gdLst>
                  <a:gd name="connsiteX0" fmla="*/ 0 w 161925"/>
                  <a:gd name="connsiteY0" fmla="*/ 81429 h 162934"/>
                  <a:gd name="connsiteX1" fmla="*/ 81115 w 161925"/>
                  <a:gd name="connsiteY1" fmla="*/ 162935 h 162934"/>
                  <a:gd name="connsiteX2" fmla="*/ 161925 w 161925"/>
                  <a:gd name="connsiteY2" fmla="*/ 81429 h 162934"/>
                  <a:gd name="connsiteX3" fmla="*/ 81115 w 161925"/>
                  <a:gd name="connsiteY3" fmla="*/ 0 h 162934"/>
                  <a:gd name="connsiteX4" fmla="*/ 0 w 161925"/>
                  <a:gd name="connsiteY4" fmla="*/ 81429 h 162934"/>
                  <a:gd name="connsiteX5" fmla="*/ 20850 w 161925"/>
                  <a:gd name="connsiteY5" fmla="*/ 81429 h 162934"/>
                  <a:gd name="connsiteX6" fmla="*/ 81105 w 161925"/>
                  <a:gd name="connsiteY6" fmla="*/ 20860 h 162934"/>
                  <a:gd name="connsiteX7" fmla="*/ 141065 w 161925"/>
                  <a:gd name="connsiteY7" fmla="*/ 81429 h 162934"/>
                  <a:gd name="connsiteX8" fmla="*/ 81105 w 161925"/>
                  <a:gd name="connsiteY8" fmla="*/ 142056 h 162934"/>
                  <a:gd name="connsiteX9" fmla="*/ 20850 w 161925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29"/>
                    </a:moveTo>
                    <a:cubicBezTo>
                      <a:pt x="0" y="126359"/>
                      <a:pt x="36395" y="162935"/>
                      <a:pt x="81115" y="162935"/>
                    </a:cubicBezTo>
                    <a:cubicBezTo>
                      <a:pt x="125682" y="162935"/>
                      <a:pt x="161925" y="126368"/>
                      <a:pt x="161925" y="81429"/>
                    </a:cubicBezTo>
                    <a:cubicBezTo>
                      <a:pt x="161925" y="36529"/>
                      <a:pt x="125673" y="0"/>
                      <a:pt x="81115" y="0"/>
                    </a:cubicBezTo>
                    <a:cubicBezTo>
                      <a:pt x="36395" y="0"/>
                      <a:pt x="0" y="36529"/>
                      <a:pt x="0" y="81429"/>
                    </a:cubicBezTo>
                    <a:close/>
                    <a:moveTo>
                      <a:pt x="20850" y="81429"/>
                    </a:moveTo>
                    <a:cubicBezTo>
                      <a:pt x="20850" y="48025"/>
                      <a:pt x="47911" y="20860"/>
                      <a:pt x="81105" y="20860"/>
                    </a:cubicBezTo>
                    <a:cubicBezTo>
                      <a:pt x="114176" y="20860"/>
                      <a:pt x="141065" y="48035"/>
                      <a:pt x="141065" y="81429"/>
                    </a:cubicBezTo>
                    <a:cubicBezTo>
                      <a:pt x="141065" y="114871"/>
                      <a:pt x="114176" y="142056"/>
                      <a:pt x="81105" y="142056"/>
                    </a:cubicBezTo>
                    <a:cubicBezTo>
                      <a:pt x="47911" y="142065"/>
                      <a:pt x="20850" y="114871"/>
                      <a:pt x="2085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93E55B8D-4866-6748-8803-455BB9377E97}"/>
                  </a:ext>
                </a:extLst>
              </p:cNvPr>
              <p:cNvSpPr/>
              <p:nvPr/>
            </p:nvSpPr>
            <p:spPr>
              <a:xfrm>
                <a:off x="6698475" y="3146602"/>
                <a:ext cx="161953" cy="162934"/>
              </a:xfrm>
              <a:custGeom>
                <a:avLst/>
                <a:gdLst>
                  <a:gd name="connsiteX0" fmla="*/ 0 w 161953"/>
                  <a:gd name="connsiteY0" fmla="*/ 81429 h 162934"/>
                  <a:gd name="connsiteX1" fmla="*/ 80877 w 161953"/>
                  <a:gd name="connsiteY1" fmla="*/ 162935 h 162934"/>
                  <a:gd name="connsiteX2" fmla="*/ 161953 w 161953"/>
                  <a:gd name="connsiteY2" fmla="*/ 81429 h 162934"/>
                  <a:gd name="connsiteX3" fmla="*/ 80877 w 161953"/>
                  <a:gd name="connsiteY3" fmla="*/ 0 h 162934"/>
                  <a:gd name="connsiteX4" fmla="*/ 0 w 161953"/>
                  <a:gd name="connsiteY4" fmla="*/ 81429 h 162934"/>
                  <a:gd name="connsiteX5" fmla="*/ 20850 w 161953"/>
                  <a:gd name="connsiteY5" fmla="*/ 81429 h 162934"/>
                  <a:gd name="connsiteX6" fmla="*/ 80877 w 161953"/>
                  <a:gd name="connsiteY6" fmla="*/ 20860 h 162934"/>
                  <a:gd name="connsiteX7" fmla="*/ 141075 w 161953"/>
                  <a:gd name="connsiteY7" fmla="*/ 81429 h 162934"/>
                  <a:gd name="connsiteX8" fmla="*/ 80877 w 161953"/>
                  <a:gd name="connsiteY8" fmla="*/ 142056 h 162934"/>
                  <a:gd name="connsiteX9" fmla="*/ 20850 w 161953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53" h="162934">
                    <a:moveTo>
                      <a:pt x="0" y="81429"/>
                    </a:moveTo>
                    <a:cubicBezTo>
                      <a:pt x="0" y="126359"/>
                      <a:pt x="36261" y="162935"/>
                      <a:pt x="80877" y="162935"/>
                    </a:cubicBezTo>
                    <a:cubicBezTo>
                      <a:pt x="125568" y="162935"/>
                      <a:pt x="161953" y="126368"/>
                      <a:pt x="161953" y="81429"/>
                    </a:cubicBezTo>
                    <a:cubicBezTo>
                      <a:pt x="161953" y="36529"/>
                      <a:pt x="125578" y="0"/>
                      <a:pt x="80877" y="0"/>
                    </a:cubicBezTo>
                    <a:cubicBezTo>
                      <a:pt x="36261" y="0"/>
                      <a:pt x="0" y="36529"/>
                      <a:pt x="0" y="81429"/>
                    </a:cubicBezTo>
                    <a:close/>
                    <a:moveTo>
                      <a:pt x="20850" y="81429"/>
                    </a:moveTo>
                    <a:cubicBezTo>
                      <a:pt x="20850" y="48025"/>
                      <a:pt x="47758" y="20860"/>
                      <a:pt x="80877" y="20860"/>
                    </a:cubicBezTo>
                    <a:cubicBezTo>
                      <a:pt x="114071" y="20860"/>
                      <a:pt x="141075" y="48035"/>
                      <a:pt x="141075" y="81429"/>
                    </a:cubicBezTo>
                    <a:cubicBezTo>
                      <a:pt x="141075" y="114871"/>
                      <a:pt x="114071" y="142056"/>
                      <a:pt x="80877" y="142056"/>
                    </a:cubicBezTo>
                    <a:cubicBezTo>
                      <a:pt x="47768" y="142065"/>
                      <a:pt x="20850" y="114871"/>
                      <a:pt x="2085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06F2AD1-2091-0F4C-BAF2-6EDAD226E8CD}"/>
                  </a:ext>
                </a:extLst>
              </p:cNvPr>
              <p:cNvSpPr/>
              <p:nvPr/>
            </p:nvSpPr>
            <p:spPr>
              <a:xfrm>
                <a:off x="6906367" y="3146602"/>
                <a:ext cx="161934" cy="162934"/>
              </a:xfrm>
              <a:custGeom>
                <a:avLst/>
                <a:gdLst>
                  <a:gd name="connsiteX0" fmla="*/ 0 w 161934"/>
                  <a:gd name="connsiteY0" fmla="*/ 81429 h 162934"/>
                  <a:gd name="connsiteX1" fmla="*/ 80905 w 161934"/>
                  <a:gd name="connsiteY1" fmla="*/ 162935 h 162934"/>
                  <a:gd name="connsiteX2" fmla="*/ 161935 w 161934"/>
                  <a:gd name="connsiteY2" fmla="*/ 81429 h 162934"/>
                  <a:gd name="connsiteX3" fmla="*/ 80905 w 161934"/>
                  <a:gd name="connsiteY3" fmla="*/ 0 h 162934"/>
                  <a:gd name="connsiteX4" fmla="*/ 0 w 161934"/>
                  <a:gd name="connsiteY4" fmla="*/ 81429 h 162934"/>
                  <a:gd name="connsiteX5" fmla="*/ 20869 w 161934"/>
                  <a:gd name="connsiteY5" fmla="*/ 81429 h 162934"/>
                  <a:gd name="connsiteX6" fmla="*/ 80915 w 161934"/>
                  <a:gd name="connsiteY6" fmla="*/ 20860 h 162934"/>
                  <a:gd name="connsiteX7" fmla="*/ 141065 w 161934"/>
                  <a:gd name="connsiteY7" fmla="*/ 81429 h 162934"/>
                  <a:gd name="connsiteX8" fmla="*/ 80915 w 161934"/>
                  <a:gd name="connsiteY8" fmla="*/ 142056 h 162934"/>
                  <a:gd name="connsiteX9" fmla="*/ 20869 w 161934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34" h="162934">
                    <a:moveTo>
                      <a:pt x="0" y="81429"/>
                    </a:moveTo>
                    <a:cubicBezTo>
                      <a:pt x="0" y="126359"/>
                      <a:pt x="36309" y="162935"/>
                      <a:pt x="80905" y="162935"/>
                    </a:cubicBezTo>
                    <a:cubicBezTo>
                      <a:pt x="125587" y="162935"/>
                      <a:pt x="161935" y="126368"/>
                      <a:pt x="161935" y="81429"/>
                    </a:cubicBezTo>
                    <a:cubicBezTo>
                      <a:pt x="161935" y="36529"/>
                      <a:pt x="125597" y="0"/>
                      <a:pt x="80905" y="0"/>
                    </a:cubicBezTo>
                    <a:cubicBezTo>
                      <a:pt x="36309" y="0"/>
                      <a:pt x="0" y="36529"/>
                      <a:pt x="0" y="81429"/>
                    </a:cubicBezTo>
                    <a:close/>
                    <a:moveTo>
                      <a:pt x="20869" y="81429"/>
                    </a:moveTo>
                    <a:cubicBezTo>
                      <a:pt x="20869" y="48025"/>
                      <a:pt x="47815" y="20860"/>
                      <a:pt x="80915" y="20860"/>
                    </a:cubicBezTo>
                    <a:cubicBezTo>
                      <a:pt x="114090" y="20860"/>
                      <a:pt x="141065" y="48035"/>
                      <a:pt x="141065" y="81429"/>
                    </a:cubicBezTo>
                    <a:cubicBezTo>
                      <a:pt x="141065" y="114871"/>
                      <a:pt x="114090" y="142056"/>
                      <a:pt x="80915" y="142056"/>
                    </a:cubicBezTo>
                    <a:cubicBezTo>
                      <a:pt x="47815" y="142065"/>
                      <a:pt x="20869" y="114871"/>
                      <a:pt x="20869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2A4D986D-5301-794B-A5C8-51AFA2060C55}"/>
                  </a:ext>
                </a:extLst>
              </p:cNvPr>
              <p:cNvSpPr/>
              <p:nvPr/>
            </p:nvSpPr>
            <p:spPr>
              <a:xfrm>
                <a:off x="7321972" y="3146602"/>
                <a:ext cx="162144" cy="162934"/>
              </a:xfrm>
              <a:custGeom>
                <a:avLst/>
                <a:gdLst>
                  <a:gd name="connsiteX0" fmla="*/ 0 w 162144"/>
                  <a:gd name="connsiteY0" fmla="*/ 81429 h 162934"/>
                  <a:gd name="connsiteX1" fmla="*/ 81125 w 162144"/>
                  <a:gd name="connsiteY1" fmla="*/ 162935 h 162934"/>
                  <a:gd name="connsiteX2" fmla="*/ 162144 w 162144"/>
                  <a:gd name="connsiteY2" fmla="*/ 81429 h 162934"/>
                  <a:gd name="connsiteX3" fmla="*/ 81125 w 162144"/>
                  <a:gd name="connsiteY3" fmla="*/ 0 h 162934"/>
                  <a:gd name="connsiteX4" fmla="*/ 0 w 162144"/>
                  <a:gd name="connsiteY4" fmla="*/ 81429 h 162934"/>
                  <a:gd name="connsiteX5" fmla="*/ 20869 w 162144"/>
                  <a:gd name="connsiteY5" fmla="*/ 81429 h 162934"/>
                  <a:gd name="connsiteX6" fmla="*/ 81115 w 162144"/>
                  <a:gd name="connsiteY6" fmla="*/ 20860 h 162934"/>
                  <a:gd name="connsiteX7" fmla="*/ 141265 w 162144"/>
                  <a:gd name="connsiteY7" fmla="*/ 81429 h 162934"/>
                  <a:gd name="connsiteX8" fmla="*/ 81115 w 162144"/>
                  <a:gd name="connsiteY8" fmla="*/ 142056 h 162934"/>
                  <a:gd name="connsiteX9" fmla="*/ 20869 w 162144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4" h="162934">
                    <a:moveTo>
                      <a:pt x="0" y="81429"/>
                    </a:moveTo>
                    <a:cubicBezTo>
                      <a:pt x="0" y="126359"/>
                      <a:pt x="36405" y="162935"/>
                      <a:pt x="81125" y="162935"/>
                    </a:cubicBezTo>
                    <a:cubicBezTo>
                      <a:pt x="125787" y="162935"/>
                      <a:pt x="162144" y="126368"/>
                      <a:pt x="162144" y="81429"/>
                    </a:cubicBezTo>
                    <a:cubicBezTo>
                      <a:pt x="162144" y="36529"/>
                      <a:pt x="125797" y="0"/>
                      <a:pt x="81125" y="0"/>
                    </a:cubicBezTo>
                    <a:cubicBezTo>
                      <a:pt x="36405" y="0"/>
                      <a:pt x="0" y="36529"/>
                      <a:pt x="0" y="81429"/>
                    </a:cubicBezTo>
                    <a:close/>
                    <a:moveTo>
                      <a:pt x="20869" y="81429"/>
                    </a:moveTo>
                    <a:cubicBezTo>
                      <a:pt x="20869" y="48025"/>
                      <a:pt x="47911" y="20860"/>
                      <a:pt x="81115" y="20860"/>
                    </a:cubicBezTo>
                    <a:cubicBezTo>
                      <a:pt x="114281" y="20860"/>
                      <a:pt x="141265" y="48035"/>
                      <a:pt x="141265" y="81429"/>
                    </a:cubicBezTo>
                    <a:cubicBezTo>
                      <a:pt x="141265" y="114871"/>
                      <a:pt x="114281" y="142056"/>
                      <a:pt x="81115" y="142056"/>
                    </a:cubicBezTo>
                    <a:cubicBezTo>
                      <a:pt x="47911" y="142065"/>
                      <a:pt x="20869" y="114871"/>
                      <a:pt x="20869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C613FEB2-1927-B748-AA81-6DA0BB7957CB}"/>
                  </a:ext>
                </a:extLst>
              </p:cNvPr>
              <p:cNvSpPr/>
              <p:nvPr/>
            </p:nvSpPr>
            <p:spPr>
              <a:xfrm>
                <a:off x="7529883" y="3146602"/>
                <a:ext cx="162172" cy="162934"/>
              </a:xfrm>
              <a:custGeom>
                <a:avLst/>
                <a:gdLst>
                  <a:gd name="connsiteX0" fmla="*/ 0 w 162172"/>
                  <a:gd name="connsiteY0" fmla="*/ 81429 h 162934"/>
                  <a:gd name="connsiteX1" fmla="*/ 81086 w 162172"/>
                  <a:gd name="connsiteY1" fmla="*/ 162935 h 162934"/>
                  <a:gd name="connsiteX2" fmla="*/ 162173 w 162172"/>
                  <a:gd name="connsiteY2" fmla="*/ 81429 h 162934"/>
                  <a:gd name="connsiteX3" fmla="*/ 81086 w 162172"/>
                  <a:gd name="connsiteY3" fmla="*/ 0 h 162934"/>
                  <a:gd name="connsiteX4" fmla="*/ 0 w 162172"/>
                  <a:gd name="connsiteY4" fmla="*/ 81429 h 162934"/>
                  <a:gd name="connsiteX5" fmla="*/ 20860 w 162172"/>
                  <a:gd name="connsiteY5" fmla="*/ 81429 h 162934"/>
                  <a:gd name="connsiteX6" fmla="*/ 81077 w 162172"/>
                  <a:gd name="connsiteY6" fmla="*/ 20860 h 162934"/>
                  <a:gd name="connsiteX7" fmla="*/ 141294 w 162172"/>
                  <a:gd name="connsiteY7" fmla="*/ 81429 h 162934"/>
                  <a:gd name="connsiteX8" fmla="*/ 81077 w 162172"/>
                  <a:gd name="connsiteY8" fmla="*/ 142056 h 162934"/>
                  <a:gd name="connsiteX9" fmla="*/ 20860 w 162172"/>
                  <a:gd name="connsiteY9" fmla="*/ 81429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72" h="162934">
                    <a:moveTo>
                      <a:pt x="0" y="81429"/>
                    </a:moveTo>
                    <a:cubicBezTo>
                      <a:pt x="0" y="126359"/>
                      <a:pt x="36366" y="162935"/>
                      <a:pt x="81086" y="162935"/>
                    </a:cubicBezTo>
                    <a:cubicBezTo>
                      <a:pt x="125787" y="162935"/>
                      <a:pt x="162173" y="126368"/>
                      <a:pt x="162173" y="81429"/>
                    </a:cubicBezTo>
                    <a:cubicBezTo>
                      <a:pt x="162173" y="36529"/>
                      <a:pt x="125796" y="0"/>
                      <a:pt x="81086" y="0"/>
                    </a:cubicBezTo>
                    <a:cubicBezTo>
                      <a:pt x="36366" y="0"/>
                      <a:pt x="0" y="36529"/>
                      <a:pt x="0" y="81429"/>
                    </a:cubicBezTo>
                    <a:close/>
                    <a:moveTo>
                      <a:pt x="20860" y="81429"/>
                    </a:moveTo>
                    <a:cubicBezTo>
                      <a:pt x="20860" y="48025"/>
                      <a:pt x="47873" y="20860"/>
                      <a:pt x="81077" y="20860"/>
                    </a:cubicBezTo>
                    <a:cubicBezTo>
                      <a:pt x="114272" y="20860"/>
                      <a:pt x="141294" y="48035"/>
                      <a:pt x="141294" y="81429"/>
                    </a:cubicBezTo>
                    <a:cubicBezTo>
                      <a:pt x="141294" y="114871"/>
                      <a:pt x="114272" y="142056"/>
                      <a:pt x="81077" y="142056"/>
                    </a:cubicBezTo>
                    <a:cubicBezTo>
                      <a:pt x="47873" y="142065"/>
                      <a:pt x="20860" y="114871"/>
                      <a:pt x="20860" y="814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E41A917-AC57-1046-B472-44DF081775C0}"/>
                  </a:ext>
                </a:extLst>
              </p:cNvPr>
              <p:cNvSpPr/>
              <p:nvPr/>
            </p:nvSpPr>
            <p:spPr>
              <a:xfrm>
                <a:off x="6441509" y="3325749"/>
                <a:ext cx="161925" cy="162925"/>
              </a:xfrm>
              <a:custGeom>
                <a:avLst/>
                <a:gdLst>
                  <a:gd name="connsiteX0" fmla="*/ 0 w 161925"/>
                  <a:gd name="connsiteY0" fmla="*/ 81467 h 162925"/>
                  <a:gd name="connsiteX1" fmla="*/ 80877 w 161925"/>
                  <a:gd name="connsiteY1" fmla="*/ 162925 h 162925"/>
                  <a:gd name="connsiteX2" fmla="*/ 161925 w 161925"/>
                  <a:gd name="connsiteY2" fmla="*/ 81467 h 162925"/>
                  <a:gd name="connsiteX3" fmla="*/ 80877 w 161925"/>
                  <a:gd name="connsiteY3" fmla="*/ 0 h 162925"/>
                  <a:gd name="connsiteX4" fmla="*/ 0 w 161925"/>
                  <a:gd name="connsiteY4" fmla="*/ 81467 h 162925"/>
                  <a:gd name="connsiteX5" fmla="*/ 20860 w 161925"/>
                  <a:gd name="connsiteY5" fmla="*/ 81467 h 162925"/>
                  <a:gd name="connsiteX6" fmla="*/ 80886 w 161925"/>
                  <a:gd name="connsiteY6" fmla="*/ 20860 h 162925"/>
                  <a:gd name="connsiteX7" fmla="*/ 141075 w 161925"/>
                  <a:gd name="connsiteY7" fmla="*/ 81467 h 162925"/>
                  <a:gd name="connsiteX8" fmla="*/ 80886 w 161925"/>
                  <a:gd name="connsiteY8" fmla="*/ 142075 h 162925"/>
                  <a:gd name="connsiteX9" fmla="*/ 20860 w 161925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25">
                    <a:moveTo>
                      <a:pt x="0" y="81467"/>
                    </a:moveTo>
                    <a:cubicBezTo>
                      <a:pt x="0" y="126387"/>
                      <a:pt x="36281" y="162925"/>
                      <a:pt x="80877" y="162925"/>
                    </a:cubicBezTo>
                    <a:cubicBezTo>
                      <a:pt x="125568" y="162925"/>
                      <a:pt x="161925" y="126387"/>
                      <a:pt x="161925" y="81467"/>
                    </a:cubicBezTo>
                    <a:cubicBezTo>
                      <a:pt x="161925" y="36538"/>
                      <a:pt x="125578" y="0"/>
                      <a:pt x="80877" y="0"/>
                    </a:cubicBezTo>
                    <a:cubicBezTo>
                      <a:pt x="36281" y="0"/>
                      <a:pt x="0" y="36547"/>
                      <a:pt x="0" y="81467"/>
                    </a:cubicBezTo>
                    <a:close/>
                    <a:moveTo>
                      <a:pt x="20860" y="81467"/>
                    </a:moveTo>
                    <a:cubicBezTo>
                      <a:pt x="20860" y="48044"/>
                      <a:pt x="47787" y="20860"/>
                      <a:pt x="80886" y="20860"/>
                    </a:cubicBezTo>
                    <a:cubicBezTo>
                      <a:pt x="114062" y="20860"/>
                      <a:pt x="141075" y="48044"/>
                      <a:pt x="141075" y="81467"/>
                    </a:cubicBezTo>
                    <a:cubicBezTo>
                      <a:pt x="141075" y="114881"/>
                      <a:pt x="114062" y="142075"/>
                      <a:pt x="80886" y="142075"/>
                    </a:cubicBezTo>
                    <a:cubicBezTo>
                      <a:pt x="47787" y="142075"/>
                      <a:pt x="20860" y="114890"/>
                      <a:pt x="20860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D2235D54-63F7-1D4C-AC7E-89C7510ED98C}"/>
                  </a:ext>
                </a:extLst>
              </p:cNvPr>
              <p:cNvSpPr/>
              <p:nvPr/>
            </p:nvSpPr>
            <p:spPr>
              <a:xfrm>
                <a:off x="6649211" y="3325749"/>
                <a:ext cx="162106" cy="162925"/>
              </a:xfrm>
              <a:custGeom>
                <a:avLst/>
                <a:gdLst>
                  <a:gd name="connsiteX0" fmla="*/ 0 w 162106"/>
                  <a:gd name="connsiteY0" fmla="*/ 81467 h 162925"/>
                  <a:gd name="connsiteX1" fmla="*/ 81096 w 162106"/>
                  <a:gd name="connsiteY1" fmla="*/ 162925 h 162925"/>
                  <a:gd name="connsiteX2" fmla="*/ 162106 w 162106"/>
                  <a:gd name="connsiteY2" fmla="*/ 81467 h 162925"/>
                  <a:gd name="connsiteX3" fmla="*/ 81096 w 162106"/>
                  <a:gd name="connsiteY3" fmla="*/ 0 h 162925"/>
                  <a:gd name="connsiteX4" fmla="*/ 0 w 162106"/>
                  <a:gd name="connsiteY4" fmla="*/ 81467 h 162925"/>
                  <a:gd name="connsiteX5" fmla="*/ 20869 w 162106"/>
                  <a:gd name="connsiteY5" fmla="*/ 81467 h 162925"/>
                  <a:gd name="connsiteX6" fmla="*/ 81086 w 162106"/>
                  <a:gd name="connsiteY6" fmla="*/ 20860 h 162925"/>
                  <a:gd name="connsiteX7" fmla="*/ 141218 w 162106"/>
                  <a:gd name="connsiteY7" fmla="*/ 81467 h 162925"/>
                  <a:gd name="connsiteX8" fmla="*/ 81086 w 162106"/>
                  <a:gd name="connsiteY8" fmla="*/ 142075 h 162925"/>
                  <a:gd name="connsiteX9" fmla="*/ 20869 w 162106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06" h="162925">
                    <a:moveTo>
                      <a:pt x="0" y="81467"/>
                    </a:moveTo>
                    <a:cubicBezTo>
                      <a:pt x="0" y="126387"/>
                      <a:pt x="36367" y="162925"/>
                      <a:pt x="81096" y="162925"/>
                    </a:cubicBezTo>
                    <a:cubicBezTo>
                      <a:pt x="125759" y="162925"/>
                      <a:pt x="162106" y="126387"/>
                      <a:pt x="162106" y="81467"/>
                    </a:cubicBezTo>
                    <a:cubicBezTo>
                      <a:pt x="162106" y="36538"/>
                      <a:pt x="125768" y="0"/>
                      <a:pt x="81096" y="0"/>
                    </a:cubicBezTo>
                    <a:cubicBezTo>
                      <a:pt x="36367" y="0"/>
                      <a:pt x="0" y="36547"/>
                      <a:pt x="0" y="81467"/>
                    </a:cubicBezTo>
                    <a:close/>
                    <a:moveTo>
                      <a:pt x="20869" y="81467"/>
                    </a:moveTo>
                    <a:cubicBezTo>
                      <a:pt x="20869" y="48044"/>
                      <a:pt x="47873" y="20860"/>
                      <a:pt x="81086" y="20860"/>
                    </a:cubicBezTo>
                    <a:cubicBezTo>
                      <a:pt x="114243" y="20860"/>
                      <a:pt x="141218" y="48044"/>
                      <a:pt x="141218" y="81467"/>
                    </a:cubicBezTo>
                    <a:cubicBezTo>
                      <a:pt x="141218" y="114881"/>
                      <a:pt x="114243" y="142075"/>
                      <a:pt x="81086" y="142075"/>
                    </a:cubicBezTo>
                    <a:cubicBezTo>
                      <a:pt x="47873" y="142075"/>
                      <a:pt x="20869" y="114890"/>
                      <a:pt x="20869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77886EC-5A99-B742-B321-27C2711693AA}"/>
                  </a:ext>
                </a:extLst>
              </p:cNvPr>
              <p:cNvSpPr/>
              <p:nvPr/>
            </p:nvSpPr>
            <p:spPr>
              <a:xfrm>
                <a:off x="6857114" y="3325749"/>
                <a:ext cx="162143" cy="162925"/>
              </a:xfrm>
              <a:custGeom>
                <a:avLst/>
                <a:gdLst>
                  <a:gd name="connsiteX0" fmla="*/ 0 w 162143"/>
                  <a:gd name="connsiteY0" fmla="*/ 81467 h 162925"/>
                  <a:gd name="connsiteX1" fmla="*/ 81010 w 162143"/>
                  <a:gd name="connsiteY1" fmla="*/ 162925 h 162925"/>
                  <a:gd name="connsiteX2" fmla="*/ 162144 w 162143"/>
                  <a:gd name="connsiteY2" fmla="*/ 81467 h 162925"/>
                  <a:gd name="connsiteX3" fmla="*/ 81010 w 162143"/>
                  <a:gd name="connsiteY3" fmla="*/ 0 h 162925"/>
                  <a:gd name="connsiteX4" fmla="*/ 0 w 162143"/>
                  <a:gd name="connsiteY4" fmla="*/ 81467 h 162925"/>
                  <a:gd name="connsiteX5" fmla="*/ 20859 w 162143"/>
                  <a:gd name="connsiteY5" fmla="*/ 81467 h 162925"/>
                  <a:gd name="connsiteX6" fmla="*/ 81010 w 162143"/>
                  <a:gd name="connsiteY6" fmla="*/ 20860 h 162925"/>
                  <a:gd name="connsiteX7" fmla="*/ 141265 w 162143"/>
                  <a:gd name="connsiteY7" fmla="*/ 81467 h 162925"/>
                  <a:gd name="connsiteX8" fmla="*/ 81010 w 162143"/>
                  <a:gd name="connsiteY8" fmla="*/ 142075 h 162925"/>
                  <a:gd name="connsiteX9" fmla="*/ 20859 w 162143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3" h="162925">
                    <a:moveTo>
                      <a:pt x="0" y="81467"/>
                    </a:moveTo>
                    <a:cubicBezTo>
                      <a:pt x="0" y="126387"/>
                      <a:pt x="36338" y="162925"/>
                      <a:pt x="81010" y="162925"/>
                    </a:cubicBezTo>
                    <a:cubicBezTo>
                      <a:pt x="125758" y="162925"/>
                      <a:pt x="162144" y="126387"/>
                      <a:pt x="162144" y="81467"/>
                    </a:cubicBezTo>
                    <a:cubicBezTo>
                      <a:pt x="162144" y="36538"/>
                      <a:pt x="125768" y="0"/>
                      <a:pt x="81010" y="0"/>
                    </a:cubicBezTo>
                    <a:cubicBezTo>
                      <a:pt x="36347" y="0"/>
                      <a:pt x="0" y="36547"/>
                      <a:pt x="0" y="81467"/>
                    </a:cubicBezTo>
                    <a:close/>
                    <a:moveTo>
                      <a:pt x="20859" y="81467"/>
                    </a:moveTo>
                    <a:cubicBezTo>
                      <a:pt x="20859" y="48044"/>
                      <a:pt x="47853" y="20860"/>
                      <a:pt x="81010" y="20860"/>
                    </a:cubicBezTo>
                    <a:cubicBezTo>
                      <a:pt x="114252" y="20860"/>
                      <a:pt x="141265" y="48044"/>
                      <a:pt x="141265" y="81467"/>
                    </a:cubicBezTo>
                    <a:cubicBezTo>
                      <a:pt x="141265" y="114881"/>
                      <a:pt x="114252" y="142075"/>
                      <a:pt x="81010" y="142075"/>
                    </a:cubicBezTo>
                    <a:cubicBezTo>
                      <a:pt x="47853" y="142075"/>
                      <a:pt x="20859" y="114890"/>
                      <a:pt x="20859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7BF3955-99F6-734E-9DEF-68F5BD118D23}"/>
                  </a:ext>
                </a:extLst>
              </p:cNvPr>
              <p:cNvSpPr/>
              <p:nvPr/>
            </p:nvSpPr>
            <p:spPr>
              <a:xfrm>
                <a:off x="7272928" y="3325749"/>
                <a:ext cx="162124" cy="162925"/>
              </a:xfrm>
              <a:custGeom>
                <a:avLst/>
                <a:gdLst>
                  <a:gd name="connsiteX0" fmla="*/ 0 w 162124"/>
                  <a:gd name="connsiteY0" fmla="*/ 81467 h 162925"/>
                  <a:gd name="connsiteX1" fmla="*/ 81076 w 162124"/>
                  <a:gd name="connsiteY1" fmla="*/ 162925 h 162925"/>
                  <a:gd name="connsiteX2" fmla="*/ 162125 w 162124"/>
                  <a:gd name="connsiteY2" fmla="*/ 81467 h 162925"/>
                  <a:gd name="connsiteX3" fmla="*/ 81076 w 162124"/>
                  <a:gd name="connsiteY3" fmla="*/ 0 h 162925"/>
                  <a:gd name="connsiteX4" fmla="*/ 0 w 162124"/>
                  <a:gd name="connsiteY4" fmla="*/ 81467 h 162925"/>
                  <a:gd name="connsiteX5" fmla="*/ 20860 w 162124"/>
                  <a:gd name="connsiteY5" fmla="*/ 81467 h 162925"/>
                  <a:gd name="connsiteX6" fmla="*/ 81076 w 162124"/>
                  <a:gd name="connsiteY6" fmla="*/ 20860 h 162925"/>
                  <a:gd name="connsiteX7" fmla="*/ 141265 w 162124"/>
                  <a:gd name="connsiteY7" fmla="*/ 81467 h 162925"/>
                  <a:gd name="connsiteX8" fmla="*/ 81076 w 162124"/>
                  <a:gd name="connsiteY8" fmla="*/ 142075 h 162925"/>
                  <a:gd name="connsiteX9" fmla="*/ 20860 w 162124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24" h="162925">
                    <a:moveTo>
                      <a:pt x="0" y="81467"/>
                    </a:moveTo>
                    <a:cubicBezTo>
                      <a:pt x="0" y="126387"/>
                      <a:pt x="36376" y="162925"/>
                      <a:pt x="81076" y="162925"/>
                    </a:cubicBezTo>
                    <a:cubicBezTo>
                      <a:pt x="125778" y="162925"/>
                      <a:pt x="162125" y="126387"/>
                      <a:pt x="162125" y="81467"/>
                    </a:cubicBezTo>
                    <a:cubicBezTo>
                      <a:pt x="162125" y="36538"/>
                      <a:pt x="125787" y="0"/>
                      <a:pt x="81076" y="0"/>
                    </a:cubicBezTo>
                    <a:cubicBezTo>
                      <a:pt x="36386" y="0"/>
                      <a:pt x="0" y="36547"/>
                      <a:pt x="0" y="81467"/>
                    </a:cubicBezTo>
                    <a:close/>
                    <a:moveTo>
                      <a:pt x="20860" y="81467"/>
                    </a:moveTo>
                    <a:cubicBezTo>
                      <a:pt x="20860" y="48044"/>
                      <a:pt x="47892" y="20860"/>
                      <a:pt x="81076" y="20860"/>
                    </a:cubicBezTo>
                    <a:cubicBezTo>
                      <a:pt x="114272" y="20860"/>
                      <a:pt x="141265" y="48044"/>
                      <a:pt x="141265" y="81467"/>
                    </a:cubicBezTo>
                    <a:cubicBezTo>
                      <a:pt x="141265" y="114881"/>
                      <a:pt x="114272" y="142075"/>
                      <a:pt x="81076" y="142075"/>
                    </a:cubicBezTo>
                    <a:cubicBezTo>
                      <a:pt x="47892" y="142075"/>
                      <a:pt x="20860" y="114890"/>
                      <a:pt x="20860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FF5CC5FD-ADB1-2249-8E18-A79801E5FA13}"/>
                  </a:ext>
                </a:extLst>
              </p:cNvPr>
              <p:cNvSpPr/>
              <p:nvPr/>
            </p:nvSpPr>
            <p:spPr>
              <a:xfrm>
                <a:off x="7480830" y="3325749"/>
                <a:ext cx="162077" cy="162925"/>
              </a:xfrm>
              <a:custGeom>
                <a:avLst/>
                <a:gdLst>
                  <a:gd name="connsiteX0" fmla="*/ 0 w 162077"/>
                  <a:gd name="connsiteY0" fmla="*/ 81467 h 162925"/>
                  <a:gd name="connsiteX1" fmla="*/ 81096 w 162077"/>
                  <a:gd name="connsiteY1" fmla="*/ 162925 h 162925"/>
                  <a:gd name="connsiteX2" fmla="*/ 162078 w 162077"/>
                  <a:gd name="connsiteY2" fmla="*/ 81467 h 162925"/>
                  <a:gd name="connsiteX3" fmla="*/ 81096 w 162077"/>
                  <a:gd name="connsiteY3" fmla="*/ 0 h 162925"/>
                  <a:gd name="connsiteX4" fmla="*/ 0 w 162077"/>
                  <a:gd name="connsiteY4" fmla="*/ 81467 h 162925"/>
                  <a:gd name="connsiteX5" fmla="*/ 20870 w 162077"/>
                  <a:gd name="connsiteY5" fmla="*/ 81467 h 162925"/>
                  <a:gd name="connsiteX6" fmla="*/ 81086 w 162077"/>
                  <a:gd name="connsiteY6" fmla="*/ 20860 h 162925"/>
                  <a:gd name="connsiteX7" fmla="*/ 141208 w 162077"/>
                  <a:gd name="connsiteY7" fmla="*/ 81467 h 162925"/>
                  <a:gd name="connsiteX8" fmla="*/ 81086 w 162077"/>
                  <a:gd name="connsiteY8" fmla="*/ 142075 h 162925"/>
                  <a:gd name="connsiteX9" fmla="*/ 20870 w 162077"/>
                  <a:gd name="connsiteY9" fmla="*/ 81467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077" h="162925">
                    <a:moveTo>
                      <a:pt x="0" y="81467"/>
                    </a:moveTo>
                    <a:cubicBezTo>
                      <a:pt x="0" y="126387"/>
                      <a:pt x="36395" y="162925"/>
                      <a:pt x="81096" y="162925"/>
                    </a:cubicBezTo>
                    <a:cubicBezTo>
                      <a:pt x="125749" y="162925"/>
                      <a:pt x="162078" y="126387"/>
                      <a:pt x="162078" y="81467"/>
                    </a:cubicBezTo>
                    <a:cubicBezTo>
                      <a:pt x="162078" y="36538"/>
                      <a:pt x="125749" y="0"/>
                      <a:pt x="81096" y="0"/>
                    </a:cubicBezTo>
                    <a:cubicBezTo>
                      <a:pt x="36395" y="0"/>
                      <a:pt x="0" y="36547"/>
                      <a:pt x="0" y="81467"/>
                    </a:cubicBezTo>
                    <a:close/>
                    <a:moveTo>
                      <a:pt x="20870" y="81467"/>
                    </a:moveTo>
                    <a:cubicBezTo>
                      <a:pt x="20870" y="48044"/>
                      <a:pt x="47883" y="20860"/>
                      <a:pt x="81086" y="20860"/>
                    </a:cubicBezTo>
                    <a:cubicBezTo>
                      <a:pt x="114224" y="20860"/>
                      <a:pt x="141208" y="48044"/>
                      <a:pt x="141208" y="81467"/>
                    </a:cubicBezTo>
                    <a:cubicBezTo>
                      <a:pt x="141208" y="114881"/>
                      <a:pt x="114224" y="142075"/>
                      <a:pt x="81086" y="142075"/>
                    </a:cubicBezTo>
                    <a:cubicBezTo>
                      <a:pt x="47883" y="142075"/>
                      <a:pt x="20870" y="114890"/>
                      <a:pt x="20870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E08B955E-06C8-224A-9B0A-4C765F23A891}"/>
                  </a:ext>
                </a:extLst>
              </p:cNvPr>
              <p:cNvSpPr/>
              <p:nvPr/>
            </p:nvSpPr>
            <p:spPr>
              <a:xfrm>
                <a:off x="6350698" y="2787395"/>
                <a:ext cx="162172" cy="162934"/>
              </a:xfrm>
              <a:custGeom>
                <a:avLst/>
                <a:gdLst>
                  <a:gd name="connsiteX0" fmla="*/ 0 w 162172"/>
                  <a:gd name="connsiteY0" fmla="*/ 81448 h 162934"/>
                  <a:gd name="connsiteX1" fmla="*/ 81039 w 162172"/>
                  <a:gd name="connsiteY1" fmla="*/ 162935 h 162934"/>
                  <a:gd name="connsiteX2" fmla="*/ 162173 w 162172"/>
                  <a:gd name="connsiteY2" fmla="*/ 81448 h 162934"/>
                  <a:gd name="connsiteX3" fmla="*/ 81039 w 162172"/>
                  <a:gd name="connsiteY3" fmla="*/ 0 h 162934"/>
                  <a:gd name="connsiteX4" fmla="*/ 0 w 162172"/>
                  <a:gd name="connsiteY4" fmla="*/ 81448 h 162934"/>
                  <a:gd name="connsiteX5" fmla="*/ 20860 w 162172"/>
                  <a:gd name="connsiteY5" fmla="*/ 81448 h 162934"/>
                  <a:gd name="connsiteX6" fmla="*/ 81039 w 162172"/>
                  <a:gd name="connsiteY6" fmla="*/ 20860 h 162934"/>
                  <a:gd name="connsiteX7" fmla="*/ 141294 w 162172"/>
                  <a:gd name="connsiteY7" fmla="*/ 81448 h 162934"/>
                  <a:gd name="connsiteX8" fmla="*/ 81039 w 162172"/>
                  <a:gd name="connsiteY8" fmla="*/ 142075 h 162934"/>
                  <a:gd name="connsiteX9" fmla="*/ 20860 w 162172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72" h="162934">
                    <a:moveTo>
                      <a:pt x="0" y="81448"/>
                    </a:moveTo>
                    <a:cubicBezTo>
                      <a:pt x="0" y="126387"/>
                      <a:pt x="36376" y="162935"/>
                      <a:pt x="81039" y="162935"/>
                    </a:cubicBezTo>
                    <a:cubicBezTo>
                      <a:pt x="125787" y="162935"/>
                      <a:pt x="162173" y="126397"/>
                      <a:pt x="162173" y="81448"/>
                    </a:cubicBezTo>
                    <a:cubicBezTo>
                      <a:pt x="162173" y="36538"/>
                      <a:pt x="125797" y="0"/>
                      <a:pt x="81039" y="0"/>
                    </a:cubicBezTo>
                    <a:cubicBezTo>
                      <a:pt x="36386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44"/>
                      <a:pt x="47882" y="20860"/>
                      <a:pt x="81039" y="20860"/>
                    </a:cubicBezTo>
                    <a:cubicBezTo>
                      <a:pt x="114281" y="20860"/>
                      <a:pt x="141294" y="48044"/>
                      <a:pt x="141294" y="81448"/>
                    </a:cubicBezTo>
                    <a:cubicBezTo>
                      <a:pt x="141294" y="114871"/>
                      <a:pt x="114281" y="142075"/>
                      <a:pt x="81039" y="142075"/>
                    </a:cubicBezTo>
                    <a:cubicBezTo>
                      <a:pt x="47882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682237C-954C-0346-9A7F-342AB9C65595}"/>
                  </a:ext>
                </a:extLst>
              </p:cNvPr>
              <p:cNvSpPr/>
              <p:nvPr/>
            </p:nvSpPr>
            <p:spPr>
              <a:xfrm>
                <a:off x="6558600" y="2787395"/>
                <a:ext cx="161963" cy="162934"/>
              </a:xfrm>
              <a:custGeom>
                <a:avLst/>
                <a:gdLst>
                  <a:gd name="connsiteX0" fmla="*/ 0 w 161963"/>
                  <a:gd name="connsiteY0" fmla="*/ 81448 h 162934"/>
                  <a:gd name="connsiteX1" fmla="*/ 81048 w 161963"/>
                  <a:gd name="connsiteY1" fmla="*/ 162935 h 162934"/>
                  <a:gd name="connsiteX2" fmla="*/ 161963 w 161963"/>
                  <a:gd name="connsiteY2" fmla="*/ 81448 h 162934"/>
                  <a:gd name="connsiteX3" fmla="*/ 81048 w 161963"/>
                  <a:gd name="connsiteY3" fmla="*/ 0 h 162934"/>
                  <a:gd name="connsiteX4" fmla="*/ 0 w 161963"/>
                  <a:gd name="connsiteY4" fmla="*/ 81448 h 162934"/>
                  <a:gd name="connsiteX5" fmla="*/ 20869 w 161963"/>
                  <a:gd name="connsiteY5" fmla="*/ 81448 h 162934"/>
                  <a:gd name="connsiteX6" fmla="*/ 81048 w 161963"/>
                  <a:gd name="connsiteY6" fmla="*/ 20860 h 162934"/>
                  <a:gd name="connsiteX7" fmla="*/ 141094 w 161963"/>
                  <a:gd name="connsiteY7" fmla="*/ 81448 h 162934"/>
                  <a:gd name="connsiteX8" fmla="*/ 81048 w 161963"/>
                  <a:gd name="connsiteY8" fmla="*/ 142075 h 162934"/>
                  <a:gd name="connsiteX9" fmla="*/ 20869 w 161963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63" h="162934">
                    <a:moveTo>
                      <a:pt x="0" y="81448"/>
                    </a:moveTo>
                    <a:cubicBezTo>
                      <a:pt x="0" y="126387"/>
                      <a:pt x="36376" y="162935"/>
                      <a:pt x="81048" y="162935"/>
                    </a:cubicBezTo>
                    <a:cubicBezTo>
                      <a:pt x="125682" y="162935"/>
                      <a:pt x="161963" y="126397"/>
                      <a:pt x="161963" y="81448"/>
                    </a:cubicBezTo>
                    <a:cubicBezTo>
                      <a:pt x="161963" y="36538"/>
                      <a:pt x="125673" y="0"/>
                      <a:pt x="81048" y="0"/>
                    </a:cubicBezTo>
                    <a:cubicBezTo>
                      <a:pt x="36386" y="0"/>
                      <a:pt x="0" y="36547"/>
                      <a:pt x="0" y="81448"/>
                    </a:cubicBezTo>
                    <a:close/>
                    <a:moveTo>
                      <a:pt x="20869" y="81448"/>
                    </a:moveTo>
                    <a:cubicBezTo>
                      <a:pt x="20869" y="48044"/>
                      <a:pt x="47892" y="20860"/>
                      <a:pt x="81048" y="20860"/>
                    </a:cubicBezTo>
                    <a:cubicBezTo>
                      <a:pt x="114167" y="20860"/>
                      <a:pt x="141094" y="48044"/>
                      <a:pt x="141094" y="81448"/>
                    </a:cubicBezTo>
                    <a:cubicBezTo>
                      <a:pt x="141094" y="114871"/>
                      <a:pt x="114167" y="142075"/>
                      <a:pt x="81048" y="142075"/>
                    </a:cubicBezTo>
                    <a:cubicBezTo>
                      <a:pt x="47892" y="142075"/>
                      <a:pt x="20869" y="114871"/>
                      <a:pt x="20869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1EEE072-EB35-9541-B293-6FF6EAE8CD2C}"/>
                  </a:ext>
                </a:extLst>
              </p:cNvPr>
              <p:cNvSpPr/>
              <p:nvPr/>
            </p:nvSpPr>
            <p:spPr>
              <a:xfrm>
                <a:off x="6766502" y="2787395"/>
                <a:ext cx="161972" cy="162934"/>
              </a:xfrm>
              <a:custGeom>
                <a:avLst/>
                <a:gdLst>
                  <a:gd name="connsiteX0" fmla="*/ 0 w 161972"/>
                  <a:gd name="connsiteY0" fmla="*/ 81448 h 162934"/>
                  <a:gd name="connsiteX1" fmla="*/ 80915 w 161972"/>
                  <a:gd name="connsiteY1" fmla="*/ 162935 h 162934"/>
                  <a:gd name="connsiteX2" fmla="*/ 161972 w 161972"/>
                  <a:gd name="connsiteY2" fmla="*/ 81448 h 162934"/>
                  <a:gd name="connsiteX3" fmla="*/ 80915 w 161972"/>
                  <a:gd name="connsiteY3" fmla="*/ 0 h 162934"/>
                  <a:gd name="connsiteX4" fmla="*/ 0 w 161972"/>
                  <a:gd name="connsiteY4" fmla="*/ 81448 h 162934"/>
                  <a:gd name="connsiteX5" fmla="*/ 20869 w 161972"/>
                  <a:gd name="connsiteY5" fmla="*/ 81448 h 162934"/>
                  <a:gd name="connsiteX6" fmla="*/ 80915 w 161972"/>
                  <a:gd name="connsiteY6" fmla="*/ 20860 h 162934"/>
                  <a:gd name="connsiteX7" fmla="*/ 141103 w 161972"/>
                  <a:gd name="connsiteY7" fmla="*/ 81448 h 162934"/>
                  <a:gd name="connsiteX8" fmla="*/ 80915 w 161972"/>
                  <a:gd name="connsiteY8" fmla="*/ 142075 h 162934"/>
                  <a:gd name="connsiteX9" fmla="*/ 20869 w 161972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72" h="162934">
                    <a:moveTo>
                      <a:pt x="0" y="81448"/>
                    </a:moveTo>
                    <a:cubicBezTo>
                      <a:pt x="0" y="126387"/>
                      <a:pt x="36309" y="162935"/>
                      <a:pt x="80915" y="162935"/>
                    </a:cubicBezTo>
                    <a:cubicBezTo>
                      <a:pt x="125625" y="162935"/>
                      <a:pt x="161972" y="126397"/>
                      <a:pt x="161972" y="81448"/>
                    </a:cubicBezTo>
                    <a:cubicBezTo>
                      <a:pt x="161972" y="36538"/>
                      <a:pt x="125635" y="0"/>
                      <a:pt x="80915" y="0"/>
                    </a:cubicBezTo>
                    <a:cubicBezTo>
                      <a:pt x="36309" y="0"/>
                      <a:pt x="0" y="36547"/>
                      <a:pt x="0" y="81448"/>
                    </a:cubicBezTo>
                    <a:close/>
                    <a:moveTo>
                      <a:pt x="20869" y="81448"/>
                    </a:moveTo>
                    <a:cubicBezTo>
                      <a:pt x="20869" y="48044"/>
                      <a:pt x="47815" y="20860"/>
                      <a:pt x="80915" y="20860"/>
                    </a:cubicBezTo>
                    <a:cubicBezTo>
                      <a:pt x="114119" y="20860"/>
                      <a:pt x="141103" y="48044"/>
                      <a:pt x="141103" y="81448"/>
                    </a:cubicBezTo>
                    <a:cubicBezTo>
                      <a:pt x="141103" y="114871"/>
                      <a:pt x="114119" y="142075"/>
                      <a:pt x="80915" y="142075"/>
                    </a:cubicBezTo>
                    <a:cubicBezTo>
                      <a:pt x="47815" y="142075"/>
                      <a:pt x="20869" y="114871"/>
                      <a:pt x="20869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BD454A1D-FCED-E046-A332-39F975479790}"/>
                  </a:ext>
                </a:extLst>
              </p:cNvPr>
              <p:cNvSpPr/>
              <p:nvPr/>
            </p:nvSpPr>
            <p:spPr>
              <a:xfrm>
                <a:off x="7182126" y="2787395"/>
                <a:ext cx="162115" cy="162934"/>
              </a:xfrm>
              <a:custGeom>
                <a:avLst/>
                <a:gdLst>
                  <a:gd name="connsiteX0" fmla="*/ 0 w 162115"/>
                  <a:gd name="connsiteY0" fmla="*/ 81448 h 162934"/>
                  <a:gd name="connsiteX1" fmla="*/ 81106 w 162115"/>
                  <a:gd name="connsiteY1" fmla="*/ 162935 h 162934"/>
                  <a:gd name="connsiteX2" fmla="*/ 162116 w 162115"/>
                  <a:gd name="connsiteY2" fmla="*/ 81448 h 162934"/>
                  <a:gd name="connsiteX3" fmla="*/ 81106 w 162115"/>
                  <a:gd name="connsiteY3" fmla="*/ 0 h 162934"/>
                  <a:gd name="connsiteX4" fmla="*/ 0 w 162115"/>
                  <a:gd name="connsiteY4" fmla="*/ 81448 h 162934"/>
                  <a:gd name="connsiteX5" fmla="*/ 20860 w 162115"/>
                  <a:gd name="connsiteY5" fmla="*/ 81448 h 162934"/>
                  <a:gd name="connsiteX6" fmla="*/ 81106 w 162115"/>
                  <a:gd name="connsiteY6" fmla="*/ 20860 h 162934"/>
                  <a:gd name="connsiteX7" fmla="*/ 141256 w 162115"/>
                  <a:gd name="connsiteY7" fmla="*/ 81448 h 162934"/>
                  <a:gd name="connsiteX8" fmla="*/ 81106 w 162115"/>
                  <a:gd name="connsiteY8" fmla="*/ 142075 h 162934"/>
                  <a:gd name="connsiteX9" fmla="*/ 20860 w 162115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15" h="162934">
                    <a:moveTo>
                      <a:pt x="0" y="81448"/>
                    </a:moveTo>
                    <a:cubicBezTo>
                      <a:pt x="0" y="126387"/>
                      <a:pt x="36386" y="162935"/>
                      <a:pt x="81106" y="162935"/>
                    </a:cubicBezTo>
                    <a:cubicBezTo>
                      <a:pt x="125768" y="162935"/>
                      <a:pt x="162116" y="126397"/>
                      <a:pt x="162116" y="81448"/>
                    </a:cubicBezTo>
                    <a:cubicBezTo>
                      <a:pt x="162116" y="36538"/>
                      <a:pt x="125778" y="0"/>
                      <a:pt x="81106" y="0"/>
                    </a:cubicBezTo>
                    <a:cubicBezTo>
                      <a:pt x="36395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44"/>
                      <a:pt x="47911" y="20860"/>
                      <a:pt x="81106" y="20860"/>
                    </a:cubicBezTo>
                    <a:cubicBezTo>
                      <a:pt x="114262" y="20860"/>
                      <a:pt x="141256" y="48044"/>
                      <a:pt x="141256" y="81448"/>
                    </a:cubicBezTo>
                    <a:cubicBezTo>
                      <a:pt x="141256" y="114871"/>
                      <a:pt x="114262" y="142075"/>
                      <a:pt x="81106" y="142075"/>
                    </a:cubicBezTo>
                    <a:cubicBezTo>
                      <a:pt x="47911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FB6A820-3EEB-7D4B-8F9F-BB9075D07DF5}"/>
                  </a:ext>
                </a:extLst>
              </p:cNvPr>
              <p:cNvSpPr/>
              <p:nvPr/>
            </p:nvSpPr>
            <p:spPr>
              <a:xfrm>
                <a:off x="7390094" y="2787395"/>
                <a:ext cx="162087" cy="162934"/>
              </a:xfrm>
              <a:custGeom>
                <a:avLst/>
                <a:gdLst>
                  <a:gd name="connsiteX0" fmla="*/ 0 w 162087"/>
                  <a:gd name="connsiteY0" fmla="*/ 81448 h 162934"/>
                  <a:gd name="connsiteX1" fmla="*/ 80982 w 162087"/>
                  <a:gd name="connsiteY1" fmla="*/ 162935 h 162934"/>
                  <a:gd name="connsiteX2" fmla="*/ 162087 w 162087"/>
                  <a:gd name="connsiteY2" fmla="*/ 81448 h 162934"/>
                  <a:gd name="connsiteX3" fmla="*/ 80982 w 162087"/>
                  <a:gd name="connsiteY3" fmla="*/ 0 h 162934"/>
                  <a:gd name="connsiteX4" fmla="*/ 0 w 162087"/>
                  <a:gd name="connsiteY4" fmla="*/ 81448 h 162934"/>
                  <a:gd name="connsiteX5" fmla="*/ 20860 w 162087"/>
                  <a:gd name="connsiteY5" fmla="*/ 81448 h 162934"/>
                  <a:gd name="connsiteX6" fmla="*/ 80982 w 162087"/>
                  <a:gd name="connsiteY6" fmla="*/ 20860 h 162934"/>
                  <a:gd name="connsiteX7" fmla="*/ 141227 w 162087"/>
                  <a:gd name="connsiteY7" fmla="*/ 81448 h 162934"/>
                  <a:gd name="connsiteX8" fmla="*/ 80982 w 162087"/>
                  <a:gd name="connsiteY8" fmla="*/ 142075 h 162934"/>
                  <a:gd name="connsiteX9" fmla="*/ 20860 w 162087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087" h="162934">
                    <a:moveTo>
                      <a:pt x="0" y="81448"/>
                    </a:moveTo>
                    <a:cubicBezTo>
                      <a:pt x="0" y="126387"/>
                      <a:pt x="36309" y="162935"/>
                      <a:pt x="80982" y="162935"/>
                    </a:cubicBezTo>
                    <a:cubicBezTo>
                      <a:pt x="125711" y="162935"/>
                      <a:pt x="162087" y="126397"/>
                      <a:pt x="162087" y="81448"/>
                    </a:cubicBezTo>
                    <a:cubicBezTo>
                      <a:pt x="162087" y="36538"/>
                      <a:pt x="125721" y="0"/>
                      <a:pt x="80982" y="0"/>
                    </a:cubicBezTo>
                    <a:cubicBezTo>
                      <a:pt x="36319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44"/>
                      <a:pt x="47816" y="20860"/>
                      <a:pt x="80982" y="20860"/>
                    </a:cubicBezTo>
                    <a:cubicBezTo>
                      <a:pt x="114205" y="20860"/>
                      <a:pt x="141227" y="48044"/>
                      <a:pt x="141227" y="81448"/>
                    </a:cubicBezTo>
                    <a:cubicBezTo>
                      <a:pt x="141227" y="114871"/>
                      <a:pt x="114205" y="142075"/>
                      <a:pt x="80982" y="142075"/>
                    </a:cubicBezTo>
                    <a:cubicBezTo>
                      <a:pt x="47816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01FE6F9E-1DB0-D24E-872C-52E4ED403F4D}"/>
                  </a:ext>
                </a:extLst>
              </p:cNvPr>
              <p:cNvSpPr/>
              <p:nvPr/>
            </p:nvSpPr>
            <p:spPr>
              <a:xfrm>
                <a:off x="7597930" y="2787395"/>
                <a:ext cx="162172" cy="162934"/>
              </a:xfrm>
              <a:custGeom>
                <a:avLst/>
                <a:gdLst>
                  <a:gd name="connsiteX0" fmla="*/ 0 w 162172"/>
                  <a:gd name="connsiteY0" fmla="*/ 81448 h 162934"/>
                  <a:gd name="connsiteX1" fmla="*/ 81125 w 162172"/>
                  <a:gd name="connsiteY1" fmla="*/ 162935 h 162934"/>
                  <a:gd name="connsiteX2" fmla="*/ 162173 w 162172"/>
                  <a:gd name="connsiteY2" fmla="*/ 81448 h 162934"/>
                  <a:gd name="connsiteX3" fmla="*/ 81125 w 162172"/>
                  <a:gd name="connsiteY3" fmla="*/ 0 h 162934"/>
                  <a:gd name="connsiteX4" fmla="*/ 0 w 162172"/>
                  <a:gd name="connsiteY4" fmla="*/ 81448 h 162934"/>
                  <a:gd name="connsiteX5" fmla="*/ 20870 w 162172"/>
                  <a:gd name="connsiteY5" fmla="*/ 81448 h 162934"/>
                  <a:gd name="connsiteX6" fmla="*/ 81115 w 162172"/>
                  <a:gd name="connsiteY6" fmla="*/ 20860 h 162934"/>
                  <a:gd name="connsiteX7" fmla="*/ 141304 w 162172"/>
                  <a:gd name="connsiteY7" fmla="*/ 81448 h 162934"/>
                  <a:gd name="connsiteX8" fmla="*/ 81115 w 162172"/>
                  <a:gd name="connsiteY8" fmla="*/ 142075 h 162934"/>
                  <a:gd name="connsiteX9" fmla="*/ 20870 w 162172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72" h="162934">
                    <a:moveTo>
                      <a:pt x="0" y="81448"/>
                    </a:moveTo>
                    <a:cubicBezTo>
                      <a:pt x="0" y="126387"/>
                      <a:pt x="36386" y="162935"/>
                      <a:pt x="81125" y="162935"/>
                    </a:cubicBezTo>
                    <a:cubicBezTo>
                      <a:pt x="125825" y="162935"/>
                      <a:pt x="162173" y="126397"/>
                      <a:pt x="162173" y="81448"/>
                    </a:cubicBezTo>
                    <a:cubicBezTo>
                      <a:pt x="162173" y="36538"/>
                      <a:pt x="125835" y="0"/>
                      <a:pt x="81125" y="0"/>
                    </a:cubicBezTo>
                    <a:cubicBezTo>
                      <a:pt x="36386" y="0"/>
                      <a:pt x="0" y="36547"/>
                      <a:pt x="0" y="81448"/>
                    </a:cubicBezTo>
                    <a:close/>
                    <a:moveTo>
                      <a:pt x="20870" y="81448"/>
                    </a:moveTo>
                    <a:cubicBezTo>
                      <a:pt x="20870" y="48044"/>
                      <a:pt x="47911" y="20860"/>
                      <a:pt x="81115" y="20860"/>
                    </a:cubicBezTo>
                    <a:cubicBezTo>
                      <a:pt x="114310" y="20860"/>
                      <a:pt x="141304" y="48044"/>
                      <a:pt x="141304" y="81448"/>
                    </a:cubicBezTo>
                    <a:cubicBezTo>
                      <a:pt x="141304" y="114871"/>
                      <a:pt x="114310" y="142075"/>
                      <a:pt x="81115" y="142075"/>
                    </a:cubicBezTo>
                    <a:cubicBezTo>
                      <a:pt x="47911" y="142075"/>
                      <a:pt x="20870" y="114871"/>
                      <a:pt x="2087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D6DE7B8F-FAE9-934E-AF62-638A68F051EA}"/>
                  </a:ext>
                </a:extLst>
              </p:cNvPr>
              <p:cNvSpPr/>
              <p:nvPr/>
            </p:nvSpPr>
            <p:spPr>
              <a:xfrm>
                <a:off x="6250590" y="2966389"/>
                <a:ext cx="162105" cy="162934"/>
              </a:xfrm>
              <a:custGeom>
                <a:avLst/>
                <a:gdLst>
                  <a:gd name="connsiteX0" fmla="*/ 23679 w 162105"/>
                  <a:gd name="connsiteY0" fmla="*/ 23946 h 162934"/>
                  <a:gd name="connsiteX1" fmla="*/ 0 w 162105"/>
                  <a:gd name="connsiteY1" fmla="*/ 81467 h 162934"/>
                  <a:gd name="connsiteX2" fmla="*/ 81010 w 162105"/>
                  <a:gd name="connsiteY2" fmla="*/ 162935 h 162934"/>
                  <a:gd name="connsiteX3" fmla="*/ 162106 w 162105"/>
                  <a:gd name="connsiteY3" fmla="*/ 81467 h 162934"/>
                  <a:gd name="connsiteX4" fmla="*/ 138341 w 162105"/>
                  <a:gd name="connsiteY4" fmla="*/ 23927 h 162934"/>
                  <a:gd name="connsiteX5" fmla="*/ 81010 w 162105"/>
                  <a:gd name="connsiteY5" fmla="*/ 0 h 162934"/>
                  <a:gd name="connsiteX6" fmla="*/ 23679 w 162105"/>
                  <a:gd name="connsiteY6" fmla="*/ 23946 h 162934"/>
                  <a:gd name="connsiteX7" fmla="*/ 20869 w 162105"/>
                  <a:gd name="connsiteY7" fmla="*/ 81467 h 162934"/>
                  <a:gd name="connsiteX8" fmla="*/ 38500 w 162105"/>
                  <a:gd name="connsiteY8" fmla="*/ 38624 h 162934"/>
                  <a:gd name="connsiteX9" fmla="*/ 81010 w 162105"/>
                  <a:gd name="connsiteY9" fmla="*/ 20869 h 162934"/>
                  <a:gd name="connsiteX10" fmla="*/ 123558 w 162105"/>
                  <a:gd name="connsiteY10" fmla="*/ 38643 h 162934"/>
                  <a:gd name="connsiteX11" fmla="*/ 141227 w 162105"/>
                  <a:gd name="connsiteY11" fmla="*/ 81467 h 162934"/>
                  <a:gd name="connsiteX12" fmla="*/ 81010 w 162105"/>
                  <a:gd name="connsiteY12" fmla="*/ 142075 h 162934"/>
                  <a:gd name="connsiteX13" fmla="*/ 20869 w 162105"/>
                  <a:gd name="connsiteY13" fmla="*/ 8146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05" h="162934">
                    <a:moveTo>
                      <a:pt x="23679" y="23946"/>
                    </a:moveTo>
                    <a:cubicBezTo>
                      <a:pt x="8411" y="39329"/>
                      <a:pt x="0" y="59750"/>
                      <a:pt x="0" y="81467"/>
                    </a:cubicBezTo>
                    <a:cubicBezTo>
                      <a:pt x="0" y="126387"/>
                      <a:pt x="36338" y="162935"/>
                      <a:pt x="81010" y="162935"/>
                    </a:cubicBezTo>
                    <a:cubicBezTo>
                      <a:pt x="125720" y="162935"/>
                      <a:pt x="162106" y="126387"/>
                      <a:pt x="162106" y="81467"/>
                    </a:cubicBezTo>
                    <a:cubicBezTo>
                      <a:pt x="162106" y="59769"/>
                      <a:pt x="153686" y="39338"/>
                      <a:pt x="138341" y="23927"/>
                    </a:cubicBezTo>
                    <a:cubicBezTo>
                      <a:pt x="123006" y="8496"/>
                      <a:pt x="102641" y="0"/>
                      <a:pt x="81010" y="0"/>
                    </a:cubicBezTo>
                    <a:cubicBezTo>
                      <a:pt x="59331" y="10"/>
                      <a:pt x="38957" y="8506"/>
                      <a:pt x="23679" y="23946"/>
                    </a:cubicBezTo>
                    <a:close/>
                    <a:moveTo>
                      <a:pt x="20869" y="81467"/>
                    </a:moveTo>
                    <a:cubicBezTo>
                      <a:pt x="20869" y="65303"/>
                      <a:pt x="27118" y="50073"/>
                      <a:pt x="38500" y="38624"/>
                    </a:cubicBezTo>
                    <a:cubicBezTo>
                      <a:pt x="49835" y="27165"/>
                      <a:pt x="64941" y="20869"/>
                      <a:pt x="81010" y="20869"/>
                    </a:cubicBezTo>
                    <a:cubicBezTo>
                      <a:pt x="97031" y="20869"/>
                      <a:pt x="112157" y="27184"/>
                      <a:pt x="123558" y="38643"/>
                    </a:cubicBezTo>
                    <a:cubicBezTo>
                      <a:pt x="134950" y="50111"/>
                      <a:pt x="141227" y="65322"/>
                      <a:pt x="141227" y="81467"/>
                    </a:cubicBezTo>
                    <a:cubicBezTo>
                      <a:pt x="141227" y="114890"/>
                      <a:pt x="114214" y="142075"/>
                      <a:pt x="81010" y="142075"/>
                    </a:cubicBezTo>
                    <a:cubicBezTo>
                      <a:pt x="47844" y="142075"/>
                      <a:pt x="20869" y="114890"/>
                      <a:pt x="20869" y="81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85D939A-0C16-844E-ADB6-1399CDA511B3}"/>
                  </a:ext>
                </a:extLst>
              </p:cNvPr>
              <p:cNvSpPr/>
              <p:nvPr/>
            </p:nvSpPr>
            <p:spPr>
              <a:xfrm>
                <a:off x="6458435" y="2966408"/>
                <a:ext cx="161925" cy="162925"/>
              </a:xfrm>
              <a:custGeom>
                <a:avLst/>
                <a:gdLst>
                  <a:gd name="connsiteX0" fmla="*/ 23689 w 161925"/>
                  <a:gd name="connsiteY0" fmla="*/ 23917 h 162925"/>
                  <a:gd name="connsiteX1" fmla="*/ 0 w 161925"/>
                  <a:gd name="connsiteY1" fmla="*/ 81458 h 162925"/>
                  <a:gd name="connsiteX2" fmla="*/ 81106 w 161925"/>
                  <a:gd name="connsiteY2" fmla="*/ 162925 h 162925"/>
                  <a:gd name="connsiteX3" fmla="*/ 161925 w 161925"/>
                  <a:gd name="connsiteY3" fmla="*/ 81458 h 162925"/>
                  <a:gd name="connsiteX4" fmla="*/ 138312 w 161925"/>
                  <a:gd name="connsiteY4" fmla="*/ 23936 h 162925"/>
                  <a:gd name="connsiteX5" fmla="*/ 81096 w 161925"/>
                  <a:gd name="connsiteY5" fmla="*/ 0 h 162925"/>
                  <a:gd name="connsiteX6" fmla="*/ 23689 w 161925"/>
                  <a:gd name="connsiteY6" fmla="*/ 23917 h 162925"/>
                  <a:gd name="connsiteX7" fmla="*/ 20850 w 161925"/>
                  <a:gd name="connsiteY7" fmla="*/ 81448 h 162925"/>
                  <a:gd name="connsiteX8" fmla="*/ 38510 w 161925"/>
                  <a:gd name="connsiteY8" fmla="*/ 38624 h 162925"/>
                  <a:gd name="connsiteX9" fmla="*/ 81106 w 161925"/>
                  <a:gd name="connsiteY9" fmla="*/ 20850 h 162925"/>
                  <a:gd name="connsiteX10" fmla="*/ 123473 w 161925"/>
                  <a:gd name="connsiteY10" fmla="*/ 38605 h 162925"/>
                  <a:gd name="connsiteX11" fmla="*/ 141065 w 161925"/>
                  <a:gd name="connsiteY11" fmla="*/ 81448 h 162925"/>
                  <a:gd name="connsiteX12" fmla="*/ 81106 w 161925"/>
                  <a:gd name="connsiteY12" fmla="*/ 142056 h 162925"/>
                  <a:gd name="connsiteX13" fmla="*/ 20850 w 161925"/>
                  <a:gd name="connsiteY13" fmla="*/ 81448 h 16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1925" h="162925">
                    <a:moveTo>
                      <a:pt x="23689" y="23917"/>
                    </a:moveTo>
                    <a:cubicBezTo>
                      <a:pt x="8411" y="39310"/>
                      <a:pt x="0" y="59741"/>
                      <a:pt x="0" y="81458"/>
                    </a:cubicBezTo>
                    <a:cubicBezTo>
                      <a:pt x="0" y="126378"/>
                      <a:pt x="36386" y="162925"/>
                      <a:pt x="81106" y="162925"/>
                    </a:cubicBezTo>
                    <a:cubicBezTo>
                      <a:pt x="125682" y="162925"/>
                      <a:pt x="161925" y="126378"/>
                      <a:pt x="161925" y="81458"/>
                    </a:cubicBezTo>
                    <a:cubicBezTo>
                      <a:pt x="161925" y="59760"/>
                      <a:pt x="153534" y="39329"/>
                      <a:pt x="138312" y="23936"/>
                    </a:cubicBezTo>
                    <a:cubicBezTo>
                      <a:pt x="123034" y="8506"/>
                      <a:pt x="102708" y="0"/>
                      <a:pt x="81096" y="0"/>
                    </a:cubicBezTo>
                    <a:cubicBezTo>
                      <a:pt x="59407" y="-9"/>
                      <a:pt x="39033" y="8487"/>
                      <a:pt x="23689" y="23917"/>
                    </a:cubicBezTo>
                    <a:close/>
                    <a:moveTo>
                      <a:pt x="20850" y="81448"/>
                    </a:moveTo>
                    <a:cubicBezTo>
                      <a:pt x="20850" y="65284"/>
                      <a:pt x="27146" y="50073"/>
                      <a:pt x="38510" y="38624"/>
                    </a:cubicBezTo>
                    <a:cubicBezTo>
                      <a:pt x="49882" y="27146"/>
                      <a:pt x="65037" y="20850"/>
                      <a:pt x="81106" y="20850"/>
                    </a:cubicBezTo>
                    <a:cubicBezTo>
                      <a:pt x="97098" y="20850"/>
                      <a:pt x="112148" y="27146"/>
                      <a:pt x="123473" y="38605"/>
                    </a:cubicBezTo>
                    <a:cubicBezTo>
                      <a:pt x="134798" y="50073"/>
                      <a:pt x="141065" y="65284"/>
                      <a:pt x="141065" y="81448"/>
                    </a:cubicBezTo>
                    <a:cubicBezTo>
                      <a:pt x="141065" y="114871"/>
                      <a:pt x="114176" y="142056"/>
                      <a:pt x="81106" y="142056"/>
                    </a:cubicBezTo>
                    <a:cubicBezTo>
                      <a:pt x="47901" y="142056"/>
                      <a:pt x="20850" y="114871"/>
                      <a:pt x="2085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7EE11C6F-CDD7-234E-BC61-F7C0D6C1E595}"/>
                  </a:ext>
                </a:extLst>
              </p:cNvPr>
              <p:cNvSpPr/>
              <p:nvPr/>
            </p:nvSpPr>
            <p:spPr>
              <a:xfrm>
                <a:off x="6666404" y="2966399"/>
                <a:ext cx="161858" cy="162924"/>
              </a:xfrm>
              <a:custGeom>
                <a:avLst/>
                <a:gdLst>
                  <a:gd name="connsiteX0" fmla="*/ 23613 w 161858"/>
                  <a:gd name="connsiteY0" fmla="*/ 23936 h 162924"/>
                  <a:gd name="connsiteX1" fmla="*/ 0 w 161858"/>
                  <a:gd name="connsiteY1" fmla="*/ 81458 h 162924"/>
                  <a:gd name="connsiteX2" fmla="*/ 80810 w 161858"/>
                  <a:gd name="connsiteY2" fmla="*/ 162925 h 162924"/>
                  <a:gd name="connsiteX3" fmla="*/ 161858 w 161858"/>
                  <a:gd name="connsiteY3" fmla="*/ 81458 h 162924"/>
                  <a:gd name="connsiteX4" fmla="*/ 80810 w 161858"/>
                  <a:gd name="connsiteY4" fmla="*/ 0 h 162924"/>
                  <a:gd name="connsiteX5" fmla="*/ 23613 w 161858"/>
                  <a:gd name="connsiteY5" fmla="*/ 23936 h 162924"/>
                  <a:gd name="connsiteX6" fmla="*/ 20850 w 161858"/>
                  <a:gd name="connsiteY6" fmla="*/ 81458 h 162924"/>
                  <a:gd name="connsiteX7" fmla="*/ 38452 w 161858"/>
                  <a:gd name="connsiteY7" fmla="*/ 38614 h 162924"/>
                  <a:gd name="connsiteX8" fmla="*/ 80810 w 161858"/>
                  <a:gd name="connsiteY8" fmla="*/ 20859 h 162924"/>
                  <a:gd name="connsiteX9" fmla="*/ 140998 w 161858"/>
                  <a:gd name="connsiteY9" fmla="*/ 81458 h 162924"/>
                  <a:gd name="connsiteX10" fmla="*/ 80810 w 161858"/>
                  <a:gd name="connsiteY10" fmla="*/ 142065 h 162924"/>
                  <a:gd name="connsiteX11" fmla="*/ 20850 w 161858"/>
                  <a:gd name="connsiteY11" fmla="*/ 81458 h 16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1858" h="162924">
                    <a:moveTo>
                      <a:pt x="23613" y="23936"/>
                    </a:moveTo>
                    <a:cubicBezTo>
                      <a:pt x="8382" y="39329"/>
                      <a:pt x="0" y="59760"/>
                      <a:pt x="0" y="81458"/>
                    </a:cubicBezTo>
                    <a:cubicBezTo>
                      <a:pt x="0" y="126377"/>
                      <a:pt x="36252" y="162925"/>
                      <a:pt x="80810" y="162925"/>
                    </a:cubicBezTo>
                    <a:cubicBezTo>
                      <a:pt x="125511" y="162925"/>
                      <a:pt x="161858" y="126377"/>
                      <a:pt x="161858" y="81458"/>
                    </a:cubicBezTo>
                    <a:cubicBezTo>
                      <a:pt x="161858" y="36547"/>
                      <a:pt x="125520" y="0"/>
                      <a:pt x="80810" y="0"/>
                    </a:cubicBezTo>
                    <a:cubicBezTo>
                      <a:pt x="59207" y="0"/>
                      <a:pt x="38919" y="8506"/>
                      <a:pt x="23613" y="23936"/>
                    </a:cubicBezTo>
                    <a:close/>
                    <a:moveTo>
                      <a:pt x="20850" y="81458"/>
                    </a:moveTo>
                    <a:cubicBezTo>
                      <a:pt x="20850" y="65294"/>
                      <a:pt x="27118" y="50082"/>
                      <a:pt x="38452" y="38614"/>
                    </a:cubicBezTo>
                    <a:cubicBezTo>
                      <a:pt x="49768" y="27156"/>
                      <a:pt x="64836" y="20859"/>
                      <a:pt x="80810" y="20859"/>
                    </a:cubicBezTo>
                    <a:cubicBezTo>
                      <a:pt x="114005" y="20859"/>
                      <a:pt x="140998" y="48035"/>
                      <a:pt x="140998" y="81458"/>
                    </a:cubicBezTo>
                    <a:cubicBezTo>
                      <a:pt x="140998" y="114881"/>
                      <a:pt x="114005" y="142065"/>
                      <a:pt x="80810" y="142065"/>
                    </a:cubicBezTo>
                    <a:cubicBezTo>
                      <a:pt x="47749" y="142065"/>
                      <a:pt x="20850" y="114881"/>
                      <a:pt x="2085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525EC33B-3D30-8949-AB1C-09349E069358}"/>
                  </a:ext>
                </a:extLst>
              </p:cNvPr>
              <p:cNvSpPr/>
              <p:nvPr/>
            </p:nvSpPr>
            <p:spPr>
              <a:xfrm>
                <a:off x="6874249" y="2966399"/>
                <a:ext cx="161925" cy="162924"/>
              </a:xfrm>
              <a:custGeom>
                <a:avLst/>
                <a:gdLst>
                  <a:gd name="connsiteX0" fmla="*/ 23660 w 161925"/>
                  <a:gd name="connsiteY0" fmla="*/ 23936 h 162924"/>
                  <a:gd name="connsiteX1" fmla="*/ 0 w 161925"/>
                  <a:gd name="connsiteY1" fmla="*/ 81458 h 162924"/>
                  <a:gd name="connsiteX2" fmla="*/ 80906 w 161925"/>
                  <a:gd name="connsiteY2" fmla="*/ 162925 h 162924"/>
                  <a:gd name="connsiteX3" fmla="*/ 161925 w 161925"/>
                  <a:gd name="connsiteY3" fmla="*/ 81458 h 162924"/>
                  <a:gd name="connsiteX4" fmla="*/ 138274 w 161925"/>
                  <a:gd name="connsiteY4" fmla="*/ 23936 h 162924"/>
                  <a:gd name="connsiteX5" fmla="*/ 80915 w 161925"/>
                  <a:gd name="connsiteY5" fmla="*/ 0 h 162924"/>
                  <a:gd name="connsiteX6" fmla="*/ 23660 w 161925"/>
                  <a:gd name="connsiteY6" fmla="*/ 23936 h 162924"/>
                  <a:gd name="connsiteX7" fmla="*/ 20860 w 161925"/>
                  <a:gd name="connsiteY7" fmla="*/ 81458 h 162924"/>
                  <a:gd name="connsiteX8" fmla="*/ 38491 w 161925"/>
                  <a:gd name="connsiteY8" fmla="*/ 38614 h 162924"/>
                  <a:gd name="connsiteX9" fmla="*/ 80915 w 161925"/>
                  <a:gd name="connsiteY9" fmla="*/ 20859 h 162924"/>
                  <a:gd name="connsiteX10" fmla="*/ 123463 w 161925"/>
                  <a:gd name="connsiteY10" fmla="*/ 38614 h 162924"/>
                  <a:gd name="connsiteX11" fmla="*/ 141065 w 161925"/>
                  <a:gd name="connsiteY11" fmla="*/ 81458 h 162924"/>
                  <a:gd name="connsiteX12" fmla="*/ 80924 w 161925"/>
                  <a:gd name="connsiteY12" fmla="*/ 142065 h 162924"/>
                  <a:gd name="connsiteX13" fmla="*/ 20860 w 161925"/>
                  <a:gd name="connsiteY13" fmla="*/ 81458 h 16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1925" h="162924">
                    <a:moveTo>
                      <a:pt x="23660" y="23936"/>
                    </a:moveTo>
                    <a:cubicBezTo>
                      <a:pt x="8392" y="39329"/>
                      <a:pt x="0" y="59760"/>
                      <a:pt x="0" y="81458"/>
                    </a:cubicBezTo>
                    <a:cubicBezTo>
                      <a:pt x="0" y="126377"/>
                      <a:pt x="36309" y="162925"/>
                      <a:pt x="80906" y="162925"/>
                    </a:cubicBezTo>
                    <a:cubicBezTo>
                      <a:pt x="125568" y="162925"/>
                      <a:pt x="161925" y="126377"/>
                      <a:pt x="161925" y="81458"/>
                    </a:cubicBezTo>
                    <a:cubicBezTo>
                      <a:pt x="161925" y="59741"/>
                      <a:pt x="153534" y="39319"/>
                      <a:pt x="138274" y="23936"/>
                    </a:cubicBezTo>
                    <a:cubicBezTo>
                      <a:pt x="122987" y="8487"/>
                      <a:pt x="102603" y="0"/>
                      <a:pt x="80915" y="0"/>
                    </a:cubicBezTo>
                    <a:cubicBezTo>
                      <a:pt x="59303" y="0"/>
                      <a:pt x="38976" y="8496"/>
                      <a:pt x="23660" y="23936"/>
                    </a:cubicBezTo>
                    <a:close/>
                    <a:moveTo>
                      <a:pt x="20860" y="81458"/>
                    </a:moveTo>
                    <a:cubicBezTo>
                      <a:pt x="20860" y="65294"/>
                      <a:pt x="27118" y="50082"/>
                      <a:pt x="38491" y="38614"/>
                    </a:cubicBezTo>
                    <a:cubicBezTo>
                      <a:pt x="49844" y="27156"/>
                      <a:pt x="64913" y="20859"/>
                      <a:pt x="80915" y="20859"/>
                    </a:cubicBezTo>
                    <a:cubicBezTo>
                      <a:pt x="96993" y="20859"/>
                      <a:pt x="112100" y="27156"/>
                      <a:pt x="123463" y="38614"/>
                    </a:cubicBezTo>
                    <a:cubicBezTo>
                      <a:pt x="134807" y="50063"/>
                      <a:pt x="141065" y="65294"/>
                      <a:pt x="141065" y="81458"/>
                    </a:cubicBezTo>
                    <a:cubicBezTo>
                      <a:pt x="141065" y="114881"/>
                      <a:pt x="114090" y="142065"/>
                      <a:pt x="80924" y="142065"/>
                    </a:cubicBezTo>
                    <a:cubicBezTo>
                      <a:pt x="47797" y="142065"/>
                      <a:pt x="20860" y="114881"/>
                      <a:pt x="2086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76C5AC01-96CB-FE45-ACFC-0AC2BC542E6D}"/>
                  </a:ext>
                </a:extLst>
              </p:cNvPr>
              <p:cNvSpPr/>
              <p:nvPr/>
            </p:nvSpPr>
            <p:spPr>
              <a:xfrm>
                <a:off x="7289844" y="2966399"/>
                <a:ext cx="162134" cy="162934"/>
              </a:xfrm>
              <a:custGeom>
                <a:avLst/>
                <a:gdLst>
                  <a:gd name="connsiteX0" fmla="*/ 23793 w 162134"/>
                  <a:gd name="connsiteY0" fmla="*/ 23927 h 162934"/>
                  <a:gd name="connsiteX1" fmla="*/ 0 w 162134"/>
                  <a:gd name="connsiteY1" fmla="*/ 81467 h 162934"/>
                  <a:gd name="connsiteX2" fmla="*/ 81086 w 162134"/>
                  <a:gd name="connsiteY2" fmla="*/ 162935 h 162934"/>
                  <a:gd name="connsiteX3" fmla="*/ 162134 w 162134"/>
                  <a:gd name="connsiteY3" fmla="*/ 81467 h 162934"/>
                  <a:gd name="connsiteX4" fmla="*/ 138408 w 162134"/>
                  <a:gd name="connsiteY4" fmla="*/ 23927 h 162934"/>
                  <a:gd name="connsiteX5" fmla="*/ 81086 w 162134"/>
                  <a:gd name="connsiteY5" fmla="*/ 0 h 162934"/>
                  <a:gd name="connsiteX6" fmla="*/ 23793 w 162134"/>
                  <a:gd name="connsiteY6" fmla="*/ 23927 h 162934"/>
                  <a:gd name="connsiteX7" fmla="*/ 20860 w 162134"/>
                  <a:gd name="connsiteY7" fmla="*/ 81458 h 162934"/>
                  <a:gd name="connsiteX8" fmla="*/ 38576 w 162134"/>
                  <a:gd name="connsiteY8" fmla="*/ 38633 h 162934"/>
                  <a:gd name="connsiteX9" fmla="*/ 81076 w 162134"/>
                  <a:gd name="connsiteY9" fmla="*/ 20859 h 162934"/>
                  <a:gd name="connsiteX10" fmla="*/ 123597 w 162134"/>
                  <a:gd name="connsiteY10" fmla="*/ 38633 h 162934"/>
                  <a:gd name="connsiteX11" fmla="*/ 141265 w 162134"/>
                  <a:gd name="connsiteY11" fmla="*/ 81458 h 162934"/>
                  <a:gd name="connsiteX12" fmla="*/ 81076 w 162134"/>
                  <a:gd name="connsiteY12" fmla="*/ 142065 h 162934"/>
                  <a:gd name="connsiteX13" fmla="*/ 20860 w 162134"/>
                  <a:gd name="connsiteY13" fmla="*/ 8145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34" h="162934">
                    <a:moveTo>
                      <a:pt x="23793" y="23927"/>
                    </a:moveTo>
                    <a:cubicBezTo>
                      <a:pt x="8468" y="39338"/>
                      <a:pt x="0" y="59769"/>
                      <a:pt x="0" y="81467"/>
                    </a:cubicBezTo>
                    <a:cubicBezTo>
                      <a:pt x="0" y="126387"/>
                      <a:pt x="36386" y="162935"/>
                      <a:pt x="81086" y="162935"/>
                    </a:cubicBezTo>
                    <a:cubicBezTo>
                      <a:pt x="125787" y="162935"/>
                      <a:pt x="162134" y="126387"/>
                      <a:pt x="162134" y="81467"/>
                    </a:cubicBezTo>
                    <a:cubicBezTo>
                      <a:pt x="162134" y="59769"/>
                      <a:pt x="153714" y="39338"/>
                      <a:pt x="138408" y="23927"/>
                    </a:cubicBezTo>
                    <a:cubicBezTo>
                      <a:pt x="123082" y="8496"/>
                      <a:pt x="102737" y="0"/>
                      <a:pt x="81086" y="0"/>
                    </a:cubicBezTo>
                    <a:cubicBezTo>
                      <a:pt x="59493" y="0"/>
                      <a:pt x="39128" y="8496"/>
                      <a:pt x="23793" y="23927"/>
                    </a:cubicBezTo>
                    <a:close/>
                    <a:moveTo>
                      <a:pt x="20860" y="81458"/>
                    </a:moveTo>
                    <a:cubicBezTo>
                      <a:pt x="20860" y="65332"/>
                      <a:pt x="27146" y="50120"/>
                      <a:pt x="38576" y="38633"/>
                    </a:cubicBezTo>
                    <a:cubicBezTo>
                      <a:pt x="49987" y="27175"/>
                      <a:pt x="65056" y="20859"/>
                      <a:pt x="81076" y="20859"/>
                    </a:cubicBezTo>
                    <a:cubicBezTo>
                      <a:pt x="97117" y="20859"/>
                      <a:pt x="112204" y="27175"/>
                      <a:pt x="123597" y="38633"/>
                    </a:cubicBezTo>
                    <a:cubicBezTo>
                      <a:pt x="134998" y="50101"/>
                      <a:pt x="141265" y="65313"/>
                      <a:pt x="141265" y="81458"/>
                    </a:cubicBezTo>
                    <a:cubicBezTo>
                      <a:pt x="141265" y="114881"/>
                      <a:pt x="114290" y="142065"/>
                      <a:pt x="81076" y="142065"/>
                    </a:cubicBezTo>
                    <a:cubicBezTo>
                      <a:pt x="47892" y="142065"/>
                      <a:pt x="20860" y="114881"/>
                      <a:pt x="2086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C7B32185-28E2-9C43-85A4-7766A6D80F2D}"/>
                  </a:ext>
                </a:extLst>
              </p:cNvPr>
              <p:cNvSpPr/>
              <p:nvPr/>
            </p:nvSpPr>
            <p:spPr>
              <a:xfrm>
                <a:off x="7497746" y="2966399"/>
                <a:ext cx="162134" cy="162934"/>
              </a:xfrm>
              <a:custGeom>
                <a:avLst/>
                <a:gdLst>
                  <a:gd name="connsiteX0" fmla="*/ 23794 w 162134"/>
                  <a:gd name="connsiteY0" fmla="*/ 23927 h 162934"/>
                  <a:gd name="connsiteX1" fmla="*/ 0 w 162134"/>
                  <a:gd name="connsiteY1" fmla="*/ 81467 h 162934"/>
                  <a:gd name="connsiteX2" fmla="*/ 81096 w 162134"/>
                  <a:gd name="connsiteY2" fmla="*/ 162935 h 162934"/>
                  <a:gd name="connsiteX3" fmla="*/ 162135 w 162134"/>
                  <a:gd name="connsiteY3" fmla="*/ 81467 h 162934"/>
                  <a:gd name="connsiteX4" fmla="*/ 138408 w 162134"/>
                  <a:gd name="connsiteY4" fmla="*/ 23927 h 162934"/>
                  <a:gd name="connsiteX5" fmla="*/ 81096 w 162134"/>
                  <a:gd name="connsiteY5" fmla="*/ 0 h 162934"/>
                  <a:gd name="connsiteX6" fmla="*/ 23794 w 162134"/>
                  <a:gd name="connsiteY6" fmla="*/ 23927 h 162934"/>
                  <a:gd name="connsiteX7" fmla="*/ 20870 w 162134"/>
                  <a:gd name="connsiteY7" fmla="*/ 81458 h 162934"/>
                  <a:gd name="connsiteX8" fmla="*/ 38586 w 162134"/>
                  <a:gd name="connsiteY8" fmla="*/ 38633 h 162934"/>
                  <a:gd name="connsiteX9" fmla="*/ 81086 w 162134"/>
                  <a:gd name="connsiteY9" fmla="*/ 20859 h 162934"/>
                  <a:gd name="connsiteX10" fmla="*/ 123597 w 162134"/>
                  <a:gd name="connsiteY10" fmla="*/ 38633 h 162934"/>
                  <a:gd name="connsiteX11" fmla="*/ 141265 w 162134"/>
                  <a:gd name="connsiteY11" fmla="*/ 81458 h 162934"/>
                  <a:gd name="connsiteX12" fmla="*/ 81086 w 162134"/>
                  <a:gd name="connsiteY12" fmla="*/ 142065 h 162934"/>
                  <a:gd name="connsiteX13" fmla="*/ 20870 w 162134"/>
                  <a:gd name="connsiteY13" fmla="*/ 8145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34" h="162934">
                    <a:moveTo>
                      <a:pt x="23794" y="23927"/>
                    </a:moveTo>
                    <a:cubicBezTo>
                      <a:pt x="8468" y="39338"/>
                      <a:pt x="0" y="59769"/>
                      <a:pt x="0" y="81467"/>
                    </a:cubicBezTo>
                    <a:cubicBezTo>
                      <a:pt x="0" y="126387"/>
                      <a:pt x="36376" y="162935"/>
                      <a:pt x="81096" y="162935"/>
                    </a:cubicBezTo>
                    <a:cubicBezTo>
                      <a:pt x="125787" y="162935"/>
                      <a:pt x="162135" y="126387"/>
                      <a:pt x="162135" y="81467"/>
                    </a:cubicBezTo>
                    <a:cubicBezTo>
                      <a:pt x="162135" y="59769"/>
                      <a:pt x="153714" y="39338"/>
                      <a:pt x="138408" y="23927"/>
                    </a:cubicBezTo>
                    <a:cubicBezTo>
                      <a:pt x="123082" y="8496"/>
                      <a:pt x="102727" y="0"/>
                      <a:pt x="81096" y="0"/>
                    </a:cubicBezTo>
                    <a:cubicBezTo>
                      <a:pt x="59484" y="0"/>
                      <a:pt x="39138" y="8496"/>
                      <a:pt x="23794" y="23927"/>
                    </a:cubicBezTo>
                    <a:close/>
                    <a:moveTo>
                      <a:pt x="20870" y="81458"/>
                    </a:moveTo>
                    <a:cubicBezTo>
                      <a:pt x="20870" y="65332"/>
                      <a:pt x="27147" y="50120"/>
                      <a:pt x="38586" y="38633"/>
                    </a:cubicBezTo>
                    <a:cubicBezTo>
                      <a:pt x="49988" y="27175"/>
                      <a:pt x="65065" y="20859"/>
                      <a:pt x="81086" y="20859"/>
                    </a:cubicBezTo>
                    <a:cubicBezTo>
                      <a:pt x="97127" y="20859"/>
                      <a:pt x="112214" y="27175"/>
                      <a:pt x="123597" y="38633"/>
                    </a:cubicBezTo>
                    <a:cubicBezTo>
                      <a:pt x="134988" y="50101"/>
                      <a:pt x="141265" y="65313"/>
                      <a:pt x="141265" y="81458"/>
                    </a:cubicBezTo>
                    <a:cubicBezTo>
                      <a:pt x="141265" y="114881"/>
                      <a:pt x="114272" y="142065"/>
                      <a:pt x="81086" y="142065"/>
                    </a:cubicBezTo>
                    <a:cubicBezTo>
                      <a:pt x="47873" y="142065"/>
                      <a:pt x="20870" y="114881"/>
                      <a:pt x="2087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0D443BE-6422-EB42-A143-51CDECFD0D82}"/>
                  </a:ext>
                </a:extLst>
              </p:cNvPr>
              <p:cNvSpPr/>
              <p:nvPr/>
            </p:nvSpPr>
            <p:spPr>
              <a:xfrm>
                <a:off x="7705658" y="2966399"/>
                <a:ext cx="162163" cy="162934"/>
              </a:xfrm>
              <a:custGeom>
                <a:avLst/>
                <a:gdLst>
                  <a:gd name="connsiteX0" fmla="*/ 23708 w 162163"/>
                  <a:gd name="connsiteY0" fmla="*/ 23927 h 162934"/>
                  <a:gd name="connsiteX1" fmla="*/ 0 w 162163"/>
                  <a:gd name="connsiteY1" fmla="*/ 81467 h 162934"/>
                  <a:gd name="connsiteX2" fmla="*/ 81086 w 162163"/>
                  <a:gd name="connsiteY2" fmla="*/ 162935 h 162934"/>
                  <a:gd name="connsiteX3" fmla="*/ 162163 w 162163"/>
                  <a:gd name="connsiteY3" fmla="*/ 81467 h 162934"/>
                  <a:gd name="connsiteX4" fmla="*/ 138408 w 162163"/>
                  <a:gd name="connsiteY4" fmla="*/ 23927 h 162934"/>
                  <a:gd name="connsiteX5" fmla="*/ 81086 w 162163"/>
                  <a:gd name="connsiteY5" fmla="*/ 0 h 162934"/>
                  <a:gd name="connsiteX6" fmla="*/ 23708 w 162163"/>
                  <a:gd name="connsiteY6" fmla="*/ 23927 h 162934"/>
                  <a:gd name="connsiteX7" fmla="*/ 20870 w 162163"/>
                  <a:gd name="connsiteY7" fmla="*/ 81458 h 162934"/>
                  <a:gd name="connsiteX8" fmla="*/ 38529 w 162163"/>
                  <a:gd name="connsiteY8" fmla="*/ 38633 h 162934"/>
                  <a:gd name="connsiteX9" fmla="*/ 81086 w 162163"/>
                  <a:gd name="connsiteY9" fmla="*/ 20859 h 162934"/>
                  <a:gd name="connsiteX10" fmla="*/ 123625 w 162163"/>
                  <a:gd name="connsiteY10" fmla="*/ 38633 h 162934"/>
                  <a:gd name="connsiteX11" fmla="*/ 141294 w 162163"/>
                  <a:gd name="connsiteY11" fmla="*/ 81458 h 162934"/>
                  <a:gd name="connsiteX12" fmla="*/ 81086 w 162163"/>
                  <a:gd name="connsiteY12" fmla="*/ 142065 h 162934"/>
                  <a:gd name="connsiteX13" fmla="*/ 20870 w 162163"/>
                  <a:gd name="connsiteY13" fmla="*/ 8145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63" h="162934">
                    <a:moveTo>
                      <a:pt x="23708" y="23927"/>
                    </a:moveTo>
                    <a:cubicBezTo>
                      <a:pt x="8420" y="39319"/>
                      <a:pt x="0" y="59750"/>
                      <a:pt x="0" y="81467"/>
                    </a:cubicBezTo>
                    <a:cubicBezTo>
                      <a:pt x="0" y="126387"/>
                      <a:pt x="36366" y="162935"/>
                      <a:pt x="81086" y="162935"/>
                    </a:cubicBezTo>
                    <a:cubicBezTo>
                      <a:pt x="125787" y="162935"/>
                      <a:pt x="162163" y="126387"/>
                      <a:pt x="162163" y="81467"/>
                    </a:cubicBezTo>
                    <a:cubicBezTo>
                      <a:pt x="162163" y="59769"/>
                      <a:pt x="153743" y="39338"/>
                      <a:pt x="138408" y="23927"/>
                    </a:cubicBezTo>
                    <a:cubicBezTo>
                      <a:pt x="123063" y="8496"/>
                      <a:pt x="102708" y="0"/>
                      <a:pt x="81086" y="0"/>
                    </a:cubicBezTo>
                    <a:cubicBezTo>
                      <a:pt x="59398" y="0"/>
                      <a:pt x="39024" y="8496"/>
                      <a:pt x="23708" y="23927"/>
                    </a:cubicBezTo>
                    <a:close/>
                    <a:moveTo>
                      <a:pt x="20870" y="81458"/>
                    </a:moveTo>
                    <a:cubicBezTo>
                      <a:pt x="20870" y="65294"/>
                      <a:pt x="27137" y="50082"/>
                      <a:pt x="38529" y="38633"/>
                    </a:cubicBezTo>
                    <a:cubicBezTo>
                      <a:pt x="49882" y="27156"/>
                      <a:pt x="64999" y="20859"/>
                      <a:pt x="81086" y="20859"/>
                    </a:cubicBezTo>
                    <a:cubicBezTo>
                      <a:pt x="97098" y="20859"/>
                      <a:pt x="112214" y="27175"/>
                      <a:pt x="123625" y="38633"/>
                    </a:cubicBezTo>
                    <a:cubicBezTo>
                      <a:pt x="135007" y="50101"/>
                      <a:pt x="141294" y="65313"/>
                      <a:pt x="141294" y="81458"/>
                    </a:cubicBezTo>
                    <a:cubicBezTo>
                      <a:pt x="141294" y="114881"/>
                      <a:pt x="114281" y="142065"/>
                      <a:pt x="81086" y="142065"/>
                    </a:cubicBezTo>
                    <a:cubicBezTo>
                      <a:pt x="47883" y="142065"/>
                      <a:pt x="20870" y="114881"/>
                      <a:pt x="20870" y="814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8C56827A-0A7E-1D4B-838E-34FF9944B5A7}"/>
                  </a:ext>
                </a:extLst>
              </p:cNvPr>
              <p:cNvSpPr/>
              <p:nvPr/>
            </p:nvSpPr>
            <p:spPr>
              <a:xfrm>
                <a:off x="6404591" y="2428255"/>
                <a:ext cx="162143" cy="162934"/>
              </a:xfrm>
              <a:custGeom>
                <a:avLst/>
                <a:gdLst>
                  <a:gd name="connsiteX0" fmla="*/ 23679 w 162143"/>
                  <a:gd name="connsiteY0" fmla="*/ 23860 h 162934"/>
                  <a:gd name="connsiteX1" fmla="*/ 0 w 162143"/>
                  <a:gd name="connsiteY1" fmla="*/ 81448 h 162934"/>
                  <a:gd name="connsiteX2" fmla="*/ 81067 w 162143"/>
                  <a:gd name="connsiteY2" fmla="*/ 162935 h 162934"/>
                  <a:gd name="connsiteX3" fmla="*/ 162144 w 162143"/>
                  <a:gd name="connsiteY3" fmla="*/ 81448 h 162934"/>
                  <a:gd name="connsiteX4" fmla="*/ 81067 w 162143"/>
                  <a:gd name="connsiteY4" fmla="*/ 0 h 162934"/>
                  <a:gd name="connsiteX5" fmla="*/ 23679 w 162143"/>
                  <a:gd name="connsiteY5" fmla="*/ 23860 h 162934"/>
                  <a:gd name="connsiteX6" fmla="*/ 20869 w 162143"/>
                  <a:gd name="connsiteY6" fmla="*/ 81448 h 162934"/>
                  <a:gd name="connsiteX7" fmla="*/ 38500 w 162143"/>
                  <a:gd name="connsiteY7" fmla="*/ 38576 h 162934"/>
                  <a:gd name="connsiteX8" fmla="*/ 81067 w 162143"/>
                  <a:gd name="connsiteY8" fmla="*/ 20869 h 162934"/>
                  <a:gd name="connsiteX9" fmla="*/ 141284 w 162143"/>
                  <a:gd name="connsiteY9" fmla="*/ 81448 h 162934"/>
                  <a:gd name="connsiteX10" fmla="*/ 81067 w 162143"/>
                  <a:gd name="connsiteY10" fmla="*/ 142075 h 162934"/>
                  <a:gd name="connsiteX11" fmla="*/ 20869 w 162143"/>
                  <a:gd name="connsiteY11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143" h="162934">
                    <a:moveTo>
                      <a:pt x="23679" y="23860"/>
                    </a:moveTo>
                    <a:cubicBezTo>
                      <a:pt x="8429" y="39234"/>
                      <a:pt x="0" y="59674"/>
                      <a:pt x="0" y="81448"/>
                    </a:cubicBezTo>
                    <a:cubicBezTo>
                      <a:pt x="0" y="126387"/>
                      <a:pt x="36395" y="162935"/>
                      <a:pt x="81067" y="162935"/>
                    </a:cubicBezTo>
                    <a:cubicBezTo>
                      <a:pt x="125759" y="162935"/>
                      <a:pt x="162144" y="126387"/>
                      <a:pt x="162144" y="81448"/>
                    </a:cubicBezTo>
                    <a:cubicBezTo>
                      <a:pt x="162144" y="36547"/>
                      <a:pt x="125768" y="0"/>
                      <a:pt x="81067" y="0"/>
                    </a:cubicBezTo>
                    <a:cubicBezTo>
                      <a:pt x="59350" y="0"/>
                      <a:pt x="38976" y="8487"/>
                      <a:pt x="23679" y="23860"/>
                    </a:cubicBezTo>
                    <a:close/>
                    <a:moveTo>
                      <a:pt x="20869" y="81448"/>
                    </a:moveTo>
                    <a:cubicBezTo>
                      <a:pt x="20869" y="65218"/>
                      <a:pt x="27118" y="49987"/>
                      <a:pt x="38500" y="38576"/>
                    </a:cubicBezTo>
                    <a:cubicBezTo>
                      <a:pt x="49825" y="27146"/>
                      <a:pt x="64941" y="20869"/>
                      <a:pt x="81067" y="20869"/>
                    </a:cubicBezTo>
                    <a:cubicBezTo>
                      <a:pt x="114252" y="20869"/>
                      <a:pt x="141284" y="48054"/>
                      <a:pt x="141284" y="81448"/>
                    </a:cubicBezTo>
                    <a:cubicBezTo>
                      <a:pt x="141284" y="114871"/>
                      <a:pt x="114252" y="142075"/>
                      <a:pt x="81067" y="142075"/>
                    </a:cubicBezTo>
                    <a:cubicBezTo>
                      <a:pt x="47892" y="142075"/>
                      <a:pt x="20869" y="114871"/>
                      <a:pt x="20869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AEC10312-9EBC-BD47-A01B-68E972A0E105}"/>
                  </a:ext>
                </a:extLst>
              </p:cNvPr>
              <p:cNvSpPr/>
              <p:nvPr/>
            </p:nvSpPr>
            <p:spPr>
              <a:xfrm>
                <a:off x="6612502" y="2428255"/>
                <a:ext cx="162134" cy="162934"/>
              </a:xfrm>
              <a:custGeom>
                <a:avLst/>
                <a:gdLst>
                  <a:gd name="connsiteX0" fmla="*/ 23679 w 162134"/>
                  <a:gd name="connsiteY0" fmla="*/ 23860 h 162934"/>
                  <a:gd name="connsiteX1" fmla="*/ 0 w 162134"/>
                  <a:gd name="connsiteY1" fmla="*/ 81448 h 162934"/>
                  <a:gd name="connsiteX2" fmla="*/ 81058 w 162134"/>
                  <a:gd name="connsiteY2" fmla="*/ 162935 h 162934"/>
                  <a:gd name="connsiteX3" fmla="*/ 162134 w 162134"/>
                  <a:gd name="connsiteY3" fmla="*/ 81448 h 162934"/>
                  <a:gd name="connsiteX4" fmla="*/ 81058 w 162134"/>
                  <a:gd name="connsiteY4" fmla="*/ 0 h 162934"/>
                  <a:gd name="connsiteX5" fmla="*/ 23679 w 162134"/>
                  <a:gd name="connsiteY5" fmla="*/ 23860 h 162934"/>
                  <a:gd name="connsiteX6" fmla="*/ 20869 w 162134"/>
                  <a:gd name="connsiteY6" fmla="*/ 81448 h 162934"/>
                  <a:gd name="connsiteX7" fmla="*/ 38481 w 162134"/>
                  <a:gd name="connsiteY7" fmla="*/ 38576 h 162934"/>
                  <a:gd name="connsiteX8" fmla="*/ 81058 w 162134"/>
                  <a:gd name="connsiteY8" fmla="*/ 20869 h 162934"/>
                  <a:gd name="connsiteX9" fmla="*/ 141275 w 162134"/>
                  <a:gd name="connsiteY9" fmla="*/ 81448 h 162934"/>
                  <a:gd name="connsiteX10" fmla="*/ 81058 w 162134"/>
                  <a:gd name="connsiteY10" fmla="*/ 142075 h 162934"/>
                  <a:gd name="connsiteX11" fmla="*/ 20869 w 162134"/>
                  <a:gd name="connsiteY11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134" h="162934">
                    <a:moveTo>
                      <a:pt x="23679" y="23860"/>
                    </a:moveTo>
                    <a:cubicBezTo>
                      <a:pt x="8429" y="39234"/>
                      <a:pt x="0" y="59674"/>
                      <a:pt x="0" y="81448"/>
                    </a:cubicBezTo>
                    <a:cubicBezTo>
                      <a:pt x="0" y="126387"/>
                      <a:pt x="36376" y="162935"/>
                      <a:pt x="81058" y="162935"/>
                    </a:cubicBezTo>
                    <a:cubicBezTo>
                      <a:pt x="125758" y="162935"/>
                      <a:pt x="162134" y="126387"/>
                      <a:pt x="162134" y="81448"/>
                    </a:cubicBezTo>
                    <a:cubicBezTo>
                      <a:pt x="162134" y="36547"/>
                      <a:pt x="125768" y="0"/>
                      <a:pt x="81058" y="0"/>
                    </a:cubicBezTo>
                    <a:cubicBezTo>
                      <a:pt x="59350" y="0"/>
                      <a:pt x="38967" y="8487"/>
                      <a:pt x="23679" y="23860"/>
                    </a:cubicBezTo>
                    <a:close/>
                    <a:moveTo>
                      <a:pt x="20869" y="81448"/>
                    </a:moveTo>
                    <a:cubicBezTo>
                      <a:pt x="20869" y="65218"/>
                      <a:pt x="27118" y="49987"/>
                      <a:pt x="38481" y="38576"/>
                    </a:cubicBezTo>
                    <a:cubicBezTo>
                      <a:pt x="49816" y="27146"/>
                      <a:pt x="64922" y="20869"/>
                      <a:pt x="81058" y="20869"/>
                    </a:cubicBezTo>
                    <a:cubicBezTo>
                      <a:pt x="114252" y="20869"/>
                      <a:pt x="141275" y="48054"/>
                      <a:pt x="141275" y="81448"/>
                    </a:cubicBezTo>
                    <a:cubicBezTo>
                      <a:pt x="141275" y="114871"/>
                      <a:pt x="114252" y="142075"/>
                      <a:pt x="81058" y="142075"/>
                    </a:cubicBezTo>
                    <a:cubicBezTo>
                      <a:pt x="47873" y="142075"/>
                      <a:pt x="20869" y="114871"/>
                      <a:pt x="20869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945FB063-3E24-1846-80E8-1E23879951B3}"/>
                  </a:ext>
                </a:extLst>
              </p:cNvPr>
              <p:cNvSpPr/>
              <p:nvPr/>
            </p:nvSpPr>
            <p:spPr>
              <a:xfrm>
                <a:off x="7028316" y="2428255"/>
                <a:ext cx="161925" cy="162934"/>
              </a:xfrm>
              <a:custGeom>
                <a:avLst/>
                <a:gdLst>
                  <a:gd name="connsiteX0" fmla="*/ 0 w 161925"/>
                  <a:gd name="connsiteY0" fmla="*/ 81448 h 162934"/>
                  <a:gd name="connsiteX1" fmla="*/ 80848 w 161925"/>
                  <a:gd name="connsiteY1" fmla="*/ 162935 h 162934"/>
                  <a:gd name="connsiteX2" fmla="*/ 161925 w 161925"/>
                  <a:gd name="connsiteY2" fmla="*/ 81448 h 162934"/>
                  <a:gd name="connsiteX3" fmla="*/ 80848 w 161925"/>
                  <a:gd name="connsiteY3" fmla="*/ 0 h 162934"/>
                  <a:gd name="connsiteX4" fmla="*/ 0 w 161925"/>
                  <a:gd name="connsiteY4" fmla="*/ 81448 h 162934"/>
                  <a:gd name="connsiteX5" fmla="*/ 20850 w 161925"/>
                  <a:gd name="connsiteY5" fmla="*/ 81448 h 162934"/>
                  <a:gd name="connsiteX6" fmla="*/ 80848 w 161925"/>
                  <a:gd name="connsiteY6" fmla="*/ 20869 h 162934"/>
                  <a:gd name="connsiteX7" fmla="*/ 141065 w 161925"/>
                  <a:gd name="connsiteY7" fmla="*/ 81448 h 162934"/>
                  <a:gd name="connsiteX8" fmla="*/ 80848 w 161925"/>
                  <a:gd name="connsiteY8" fmla="*/ 142075 h 162934"/>
                  <a:gd name="connsiteX9" fmla="*/ 20850 w 161925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48"/>
                    </a:moveTo>
                    <a:cubicBezTo>
                      <a:pt x="0" y="126387"/>
                      <a:pt x="36281" y="162935"/>
                      <a:pt x="80848" y="162935"/>
                    </a:cubicBezTo>
                    <a:cubicBezTo>
                      <a:pt x="125539" y="162935"/>
                      <a:pt x="161925" y="126387"/>
                      <a:pt x="161925" y="81448"/>
                    </a:cubicBezTo>
                    <a:cubicBezTo>
                      <a:pt x="161925" y="36547"/>
                      <a:pt x="125549" y="0"/>
                      <a:pt x="80848" y="0"/>
                    </a:cubicBezTo>
                    <a:cubicBezTo>
                      <a:pt x="36271" y="0"/>
                      <a:pt x="0" y="36547"/>
                      <a:pt x="0" y="81448"/>
                    </a:cubicBezTo>
                    <a:close/>
                    <a:moveTo>
                      <a:pt x="20850" y="81448"/>
                    </a:moveTo>
                    <a:cubicBezTo>
                      <a:pt x="20850" y="48054"/>
                      <a:pt x="47777" y="20869"/>
                      <a:pt x="80848" y="20869"/>
                    </a:cubicBezTo>
                    <a:cubicBezTo>
                      <a:pt x="114033" y="20869"/>
                      <a:pt x="141065" y="48054"/>
                      <a:pt x="141065" y="81448"/>
                    </a:cubicBezTo>
                    <a:cubicBezTo>
                      <a:pt x="141065" y="114871"/>
                      <a:pt x="114033" y="142075"/>
                      <a:pt x="80848" y="142075"/>
                    </a:cubicBezTo>
                    <a:cubicBezTo>
                      <a:pt x="47777" y="142075"/>
                      <a:pt x="20850" y="114871"/>
                      <a:pt x="2085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9D9A8825-390B-B149-9414-53BAC71BE3FE}"/>
                  </a:ext>
                </a:extLst>
              </p:cNvPr>
              <p:cNvSpPr/>
              <p:nvPr/>
            </p:nvSpPr>
            <p:spPr>
              <a:xfrm>
                <a:off x="7236218" y="2428255"/>
                <a:ext cx="161925" cy="162934"/>
              </a:xfrm>
              <a:custGeom>
                <a:avLst/>
                <a:gdLst>
                  <a:gd name="connsiteX0" fmla="*/ 0 w 161925"/>
                  <a:gd name="connsiteY0" fmla="*/ 81448 h 162934"/>
                  <a:gd name="connsiteX1" fmla="*/ 80839 w 161925"/>
                  <a:gd name="connsiteY1" fmla="*/ 162935 h 162934"/>
                  <a:gd name="connsiteX2" fmla="*/ 161925 w 161925"/>
                  <a:gd name="connsiteY2" fmla="*/ 81448 h 162934"/>
                  <a:gd name="connsiteX3" fmla="*/ 80839 w 161925"/>
                  <a:gd name="connsiteY3" fmla="*/ 0 h 162934"/>
                  <a:gd name="connsiteX4" fmla="*/ 0 w 161925"/>
                  <a:gd name="connsiteY4" fmla="*/ 81448 h 162934"/>
                  <a:gd name="connsiteX5" fmla="*/ 20860 w 161925"/>
                  <a:gd name="connsiteY5" fmla="*/ 81448 h 162934"/>
                  <a:gd name="connsiteX6" fmla="*/ 80839 w 161925"/>
                  <a:gd name="connsiteY6" fmla="*/ 20869 h 162934"/>
                  <a:gd name="connsiteX7" fmla="*/ 141056 w 161925"/>
                  <a:gd name="connsiteY7" fmla="*/ 81448 h 162934"/>
                  <a:gd name="connsiteX8" fmla="*/ 80839 w 161925"/>
                  <a:gd name="connsiteY8" fmla="*/ 142075 h 162934"/>
                  <a:gd name="connsiteX9" fmla="*/ 20860 w 161925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48"/>
                    </a:moveTo>
                    <a:cubicBezTo>
                      <a:pt x="0" y="126387"/>
                      <a:pt x="36271" y="162935"/>
                      <a:pt x="80839" y="162935"/>
                    </a:cubicBezTo>
                    <a:cubicBezTo>
                      <a:pt x="125549" y="162935"/>
                      <a:pt x="161925" y="126387"/>
                      <a:pt x="161925" y="81448"/>
                    </a:cubicBezTo>
                    <a:cubicBezTo>
                      <a:pt x="161925" y="36547"/>
                      <a:pt x="125559" y="0"/>
                      <a:pt x="80839" y="0"/>
                    </a:cubicBezTo>
                    <a:cubicBezTo>
                      <a:pt x="36271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54"/>
                      <a:pt x="47768" y="20869"/>
                      <a:pt x="80839" y="20869"/>
                    </a:cubicBezTo>
                    <a:cubicBezTo>
                      <a:pt x="114043" y="20869"/>
                      <a:pt x="141056" y="48054"/>
                      <a:pt x="141056" y="81448"/>
                    </a:cubicBezTo>
                    <a:cubicBezTo>
                      <a:pt x="141056" y="114871"/>
                      <a:pt x="114043" y="142075"/>
                      <a:pt x="80839" y="142075"/>
                    </a:cubicBezTo>
                    <a:cubicBezTo>
                      <a:pt x="47777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0A219690-6716-0C4C-ADA7-45A745A31D1D}"/>
                  </a:ext>
                </a:extLst>
              </p:cNvPr>
              <p:cNvSpPr/>
              <p:nvPr/>
            </p:nvSpPr>
            <p:spPr>
              <a:xfrm>
                <a:off x="7443920" y="2428255"/>
                <a:ext cx="162144" cy="162934"/>
              </a:xfrm>
              <a:custGeom>
                <a:avLst/>
                <a:gdLst>
                  <a:gd name="connsiteX0" fmla="*/ 0 w 162144"/>
                  <a:gd name="connsiteY0" fmla="*/ 81448 h 162934"/>
                  <a:gd name="connsiteX1" fmla="*/ 81049 w 162144"/>
                  <a:gd name="connsiteY1" fmla="*/ 162935 h 162934"/>
                  <a:gd name="connsiteX2" fmla="*/ 162144 w 162144"/>
                  <a:gd name="connsiteY2" fmla="*/ 81448 h 162934"/>
                  <a:gd name="connsiteX3" fmla="*/ 81049 w 162144"/>
                  <a:gd name="connsiteY3" fmla="*/ 0 h 162934"/>
                  <a:gd name="connsiteX4" fmla="*/ 0 w 162144"/>
                  <a:gd name="connsiteY4" fmla="*/ 81448 h 162934"/>
                  <a:gd name="connsiteX5" fmla="*/ 20860 w 162144"/>
                  <a:gd name="connsiteY5" fmla="*/ 81448 h 162934"/>
                  <a:gd name="connsiteX6" fmla="*/ 81039 w 162144"/>
                  <a:gd name="connsiteY6" fmla="*/ 20869 h 162934"/>
                  <a:gd name="connsiteX7" fmla="*/ 141256 w 162144"/>
                  <a:gd name="connsiteY7" fmla="*/ 81448 h 162934"/>
                  <a:gd name="connsiteX8" fmla="*/ 81039 w 162144"/>
                  <a:gd name="connsiteY8" fmla="*/ 142075 h 162934"/>
                  <a:gd name="connsiteX9" fmla="*/ 20860 w 162144"/>
                  <a:gd name="connsiteY9" fmla="*/ 81448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4" h="162934">
                    <a:moveTo>
                      <a:pt x="0" y="81448"/>
                    </a:moveTo>
                    <a:cubicBezTo>
                      <a:pt x="0" y="126387"/>
                      <a:pt x="36376" y="162935"/>
                      <a:pt x="81049" y="162935"/>
                    </a:cubicBezTo>
                    <a:cubicBezTo>
                      <a:pt x="125759" y="162935"/>
                      <a:pt x="162144" y="126387"/>
                      <a:pt x="162144" y="81448"/>
                    </a:cubicBezTo>
                    <a:cubicBezTo>
                      <a:pt x="162144" y="36547"/>
                      <a:pt x="125768" y="0"/>
                      <a:pt x="81049" y="0"/>
                    </a:cubicBezTo>
                    <a:cubicBezTo>
                      <a:pt x="36376" y="0"/>
                      <a:pt x="0" y="36547"/>
                      <a:pt x="0" y="81448"/>
                    </a:cubicBezTo>
                    <a:close/>
                    <a:moveTo>
                      <a:pt x="20860" y="81448"/>
                    </a:moveTo>
                    <a:cubicBezTo>
                      <a:pt x="20860" y="48054"/>
                      <a:pt x="47883" y="20869"/>
                      <a:pt x="81039" y="20869"/>
                    </a:cubicBezTo>
                    <a:cubicBezTo>
                      <a:pt x="114252" y="20869"/>
                      <a:pt x="141256" y="48054"/>
                      <a:pt x="141256" y="81448"/>
                    </a:cubicBezTo>
                    <a:cubicBezTo>
                      <a:pt x="141256" y="114871"/>
                      <a:pt x="114252" y="142075"/>
                      <a:pt x="81039" y="142075"/>
                    </a:cubicBezTo>
                    <a:cubicBezTo>
                      <a:pt x="47883" y="142075"/>
                      <a:pt x="20860" y="114871"/>
                      <a:pt x="20860" y="814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BFCB3CDF-97D5-E345-BB30-CDDC56FE97C0}"/>
                  </a:ext>
                </a:extLst>
              </p:cNvPr>
              <p:cNvSpPr/>
              <p:nvPr/>
            </p:nvSpPr>
            <p:spPr>
              <a:xfrm>
                <a:off x="6449710" y="2248471"/>
                <a:ext cx="161886" cy="162934"/>
              </a:xfrm>
              <a:custGeom>
                <a:avLst/>
                <a:gdLst>
                  <a:gd name="connsiteX0" fmla="*/ 0 w 161886"/>
                  <a:gd name="connsiteY0" fmla="*/ 81486 h 162934"/>
                  <a:gd name="connsiteX1" fmla="*/ 80791 w 161886"/>
                  <a:gd name="connsiteY1" fmla="*/ 162935 h 162934"/>
                  <a:gd name="connsiteX2" fmla="*/ 161887 w 161886"/>
                  <a:gd name="connsiteY2" fmla="*/ 81486 h 162934"/>
                  <a:gd name="connsiteX3" fmla="*/ 80791 w 161886"/>
                  <a:gd name="connsiteY3" fmla="*/ 0 h 162934"/>
                  <a:gd name="connsiteX4" fmla="*/ 0 w 161886"/>
                  <a:gd name="connsiteY4" fmla="*/ 81486 h 162934"/>
                  <a:gd name="connsiteX5" fmla="*/ 20850 w 161886"/>
                  <a:gd name="connsiteY5" fmla="*/ 81486 h 162934"/>
                  <a:gd name="connsiteX6" fmla="*/ 80791 w 161886"/>
                  <a:gd name="connsiteY6" fmla="*/ 20860 h 162934"/>
                  <a:gd name="connsiteX7" fmla="*/ 141008 w 161886"/>
                  <a:gd name="connsiteY7" fmla="*/ 81486 h 162934"/>
                  <a:gd name="connsiteX8" fmla="*/ 80791 w 161886"/>
                  <a:gd name="connsiteY8" fmla="*/ 142075 h 162934"/>
                  <a:gd name="connsiteX9" fmla="*/ 20850 w 161886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886" h="162934">
                    <a:moveTo>
                      <a:pt x="0" y="81486"/>
                    </a:moveTo>
                    <a:cubicBezTo>
                      <a:pt x="0" y="126387"/>
                      <a:pt x="36261" y="162935"/>
                      <a:pt x="80791" y="162935"/>
                    </a:cubicBezTo>
                    <a:cubicBezTo>
                      <a:pt x="125520" y="162935"/>
                      <a:pt x="161887" y="126387"/>
                      <a:pt x="161887" y="81486"/>
                    </a:cubicBezTo>
                    <a:cubicBezTo>
                      <a:pt x="161887" y="36547"/>
                      <a:pt x="125530" y="0"/>
                      <a:pt x="80791" y="0"/>
                    </a:cubicBezTo>
                    <a:cubicBezTo>
                      <a:pt x="36252" y="0"/>
                      <a:pt x="0" y="36547"/>
                      <a:pt x="0" y="81486"/>
                    </a:cubicBezTo>
                    <a:close/>
                    <a:moveTo>
                      <a:pt x="20850" y="81486"/>
                    </a:moveTo>
                    <a:cubicBezTo>
                      <a:pt x="20850" y="48063"/>
                      <a:pt x="47758" y="20860"/>
                      <a:pt x="80791" y="20860"/>
                    </a:cubicBezTo>
                    <a:cubicBezTo>
                      <a:pt x="114005" y="20860"/>
                      <a:pt x="141008" y="48063"/>
                      <a:pt x="141008" y="81486"/>
                    </a:cubicBezTo>
                    <a:cubicBezTo>
                      <a:pt x="141008" y="114891"/>
                      <a:pt x="114005" y="142075"/>
                      <a:pt x="80791" y="142075"/>
                    </a:cubicBezTo>
                    <a:cubicBezTo>
                      <a:pt x="47758" y="142075"/>
                      <a:pt x="20850" y="114891"/>
                      <a:pt x="20850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9AD15636-06B3-614A-BC89-720FC423348D}"/>
                  </a:ext>
                </a:extLst>
              </p:cNvPr>
              <p:cNvSpPr/>
              <p:nvPr/>
            </p:nvSpPr>
            <p:spPr>
              <a:xfrm>
                <a:off x="6657565" y="2248471"/>
                <a:ext cx="161944" cy="162934"/>
              </a:xfrm>
              <a:custGeom>
                <a:avLst/>
                <a:gdLst>
                  <a:gd name="connsiteX0" fmla="*/ 0 w 161944"/>
                  <a:gd name="connsiteY0" fmla="*/ 81486 h 162934"/>
                  <a:gd name="connsiteX1" fmla="*/ 80848 w 161944"/>
                  <a:gd name="connsiteY1" fmla="*/ 162935 h 162934"/>
                  <a:gd name="connsiteX2" fmla="*/ 161944 w 161944"/>
                  <a:gd name="connsiteY2" fmla="*/ 81486 h 162934"/>
                  <a:gd name="connsiteX3" fmla="*/ 80848 w 161944"/>
                  <a:gd name="connsiteY3" fmla="*/ 0 h 162934"/>
                  <a:gd name="connsiteX4" fmla="*/ 0 w 161944"/>
                  <a:gd name="connsiteY4" fmla="*/ 81486 h 162934"/>
                  <a:gd name="connsiteX5" fmla="*/ 20869 w 161944"/>
                  <a:gd name="connsiteY5" fmla="*/ 81486 h 162934"/>
                  <a:gd name="connsiteX6" fmla="*/ 80848 w 161944"/>
                  <a:gd name="connsiteY6" fmla="*/ 20860 h 162934"/>
                  <a:gd name="connsiteX7" fmla="*/ 141065 w 161944"/>
                  <a:gd name="connsiteY7" fmla="*/ 81486 h 162934"/>
                  <a:gd name="connsiteX8" fmla="*/ 80848 w 161944"/>
                  <a:gd name="connsiteY8" fmla="*/ 142075 h 162934"/>
                  <a:gd name="connsiteX9" fmla="*/ 20869 w 161944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44" h="162934">
                    <a:moveTo>
                      <a:pt x="0" y="81486"/>
                    </a:moveTo>
                    <a:cubicBezTo>
                      <a:pt x="0" y="126387"/>
                      <a:pt x="36281" y="162935"/>
                      <a:pt x="80848" y="162935"/>
                    </a:cubicBezTo>
                    <a:cubicBezTo>
                      <a:pt x="125578" y="162935"/>
                      <a:pt x="161944" y="126387"/>
                      <a:pt x="161944" y="81486"/>
                    </a:cubicBezTo>
                    <a:cubicBezTo>
                      <a:pt x="161944" y="36547"/>
                      <a:pt x="125587" y="0"/>
                      <a:pt x="80848" y="0"/>
                    </a:cubicBezTo>
                    <a:cubicBezTo>
                      <a:pt x="36281" y="0"/>
                      <a:pt x="0" y="36547"/>
                      <a:pt x="0" y="81486"/>
                    </a:cubicBezTo>
                    <a:close/>
                    <a:moveTo>
                      <a:pt x="20869" y="81486"/>
                    </a:moveTo>
                    <a:cubicBezTo>
                      <a:pt x="20869" y="48063"/>
                      <a:pt x="47777" y="20860"/>
                      <a:pt x="80848" y="20860"/>
                    </a:cubicBezTo>
                    <a:cubicBezTo>
                      <a:pt x="114052" y="20860"/>
                      <a:pt x="141065" y="48063"/>
                      <a:pt x="141065" y="81486"/>
                    </a:cubicBezTo>
                    <a:cubicBezTo>
                      <a:pt x="141065" y="114891"/>
                      <a:pt x="114052" y="142075"/>
                      <a:pt x="80848" y="142075"/>
                    </a:cubicBezTo>
                    <a:cubicBezTo>
                      <a:pt x="47787" y="142075"/>
                      <a:pt x="20869" y="114891"/>
                      <a:pt x="20869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A9A3FD20-2458-1C43-8AEA-423400E8E7B4}"/>
                  </a:ext>
                </a:extLst>
              </p:cNvPr>
              <p:cNvSpPr/>
              <p:nvPr/>
            </p:nvSpPr>
            <p:spPr>
              <a:xfrm>
                <a:off x="7073188" y="2248471"/>
                <a:ext cx="162153" cy="162934"/>
              </a:xfrm>
              <a:custGeom>
                <a:avLst/>
                <a:gdLst>
                  <a:gd name="connsiteX0" fmla="*/ 0 w 162153"/>
                  <a:gd name="connsiteY0" fmla="*/ 81486 h 162934"/>
                  <a:gd name="connsiteX1" fmla="*/ 81048 w 162153"/>
                  <a:gd name="connsiteY1" fmla="*/ 162935 h 162934"/>
                  <a:gd name="connsiteX2" fmla="*/ 162154 w 162153"/>
                  <a:gd name="connsiteY2" fmla="*/ 81486 h 162934"/>
                  <a:gd name="connsiteX3" fmla="*/ 81048 w 162153"/>
                  <a:gd name="connsiteY3" fmla="*/ 0 h 162934"/>
                  <a:gd name="connsiteX4" fmla="*/ 0 w 162153"/>
                  <a:gd name="connsiteY4" fmla="*/ 81486 h 162934"/>
                  <a:gd name="connsiteX5" fmla="*/ 20850 w 162153"/>
                  <a:gd name="connsiteY5" fmla="*/ 81486 h 162934"/>
                  <a:gd name="connsiteX6" fmla="*/ 81039 w 162153"/>
                  <a:gd name="connsiteY6" fmla="*/ 20860 h 162934"/>
                  <a:gd name="connsiteX7" fmla="*/ 141284 w 162153"/>
                  <a:gd name="connsiteY7" fmla="*/ 81486 h 162934"/>
                  <a:gd name="connsiteX8" fmla="*/ 81039 w 162153"/>
                  <a:gd name="connsiteY8" fmla="*/ 142075 h 162934"/>
                  <a:gd name="connsiteX9" fmla="*/ 20850 w 162153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53" h="162934">
                    <a:moveTo>
                      <a:pt x="0" y="81486"/>
                    </a:moveTo>
                    <a:cubicBezTo>
                      <a:pt x="0" y="126387"/>
                      <a:pt x="36376" y="162935"/>
                      <a:pt x="81048" y="162935"/>
                    </a:cubicBezTo>
                    <a:cubicBezTo>
                      <a:pt x="125778" y="162935"/>
                      <a:pt x="162154" y="126387"/>
                      <a:pt x="162154" y="81486"/>
                    </a:cubicBezTo>
                    <a:cubicBezTo>
                      <a:pt x="162154" y="36547"/>
                      <a:pt x="125787" y="0"/>
                      <a:pt x="81048" y="0"/>
                    </a:cubicBezTo>
                    <a:cubicBezTo>
                      <a:pt x="36376" y="0"/>
                      <a:pt x="0" y="36547"/>
                      <a:pt x="0" y="81486"/>
                    </a:cubicBezTo>
                    <a:close/>
                    <a:moveTo>
                      <a:pt x="20850" y="81486"/>
                    </a:moveTo>
                    <a:cubicBezTo>
                      <a:pt x="20850" y="48063"/>
                      <a:pt x="47882" y="20860"/>
                      <a:pt x="81039" y="20860"/>
                    </a:cubicBezTo>
                    <a:cubicBezTo>
                      <a:pt x="114262" y="20860"/>
                      <a:pt x="141284" y="48063"/>
                      <a:pt x="141284" y="81486"/>
                    </a:cubicBezTo>
                    <a:cubicBezTo>
                      <a:pt x="141284" y="114891"/>
                      <a:pt x="114262" y="142075"/>
                      <a:pt x="81039" y="142075"/>
                    </a:cubicBezTo>
                    <a:cubicBezTo>
                      <a:pt x="47882" y="142075"/>
                      <a:pt x="20850" y="114891"/>
                      <a:pt x="20850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3911EAFD-D812-3A41-B5AB-26094156D6FB}"/>
                  </a:ext>
                </a:extLst>
              </p:cNvPr>
              <p:cNvSpPr/>
              <p:nvPr/>
            </p:nvSpPr>
            <p:spPr>
              <a:xfrm>
                <a:off x="7281081" y="2248471"/>
                <a:ext cx="162172" cy="162934"/>
              </a:xfrm>
              <a:custGeom>
                <a:avLst/>
                <a:gdLst>
                  <a:gd name="connsiteX0" fmla="*/ 0 w 162172"/>
                  <a:gd name="connsiteY0" fmla="*/ 81486 h 162934"/>
                  <a:gd name="connsiteX1" fmla="*/ 81057 w 162172"/>
                  <a:gd name="connsiteY1" fmla="*/ 162935 h 162934"/>
                  <a:gd name="connsiteX2" fmla="*/ 162172 w 162172"/>
                  <a:gd name="connsiteY2" fmla="*/ 81486 h 162934"/>
                  <a:gd name="connsiteX3" fmla="*/ 81057 w 162172"/>
                  <a:gd name="connsiteY3" fmla="*/ 0 h 162934"/>
                  <a:gd name="connsiteX4" fmla="*/ 0 w 162172"/>
                  <a:gd name="connsiteY4" fmla="*/ 81486 h 162934"/>
                  <a:gd name="connsiteX5" fmla="*/ 20869 w 162172"/>
                  <a:gd name="connsiteY5" fmla="*/ 81486 h 162934"/>
                  <a:gd name="connsiteX6" fmla="*/ 81048 w 162172"/>
                  <a:gd name="connsiteY6" fmla="*/ 20860 h 162934"/>
                  <a:gd name="connsiteX7" fmla="*/ 141303 w 162172"/>
                  <a:gd name="connsiteY7" fmla="*/ 81486 h 162934"/>
                  <a:gd name="connsiteX8" fmla="*/ 81048 w 162172"/>
                  <a:gd name="connsiteY8" fmla="*/ 142075 h 162934"/>
                  <a:gd name="connsiteX9" fmla="*/ 20869 w 162172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72" h="162934">
                    <a:moveTo>
                      <a:pt x="0" y="81486"/>
                    </a:moveTo>
                    <a:cubicBezTo>
                      <a:pt x="0" y="126387"/>
                      <a:pt x="36385" y="162935"/>
                      <a:pt x="81057" y="162935"/>
                    </a:cubicBezTo>
                    <a:cubicBezTo>
                      <a:pt x="125787" y="162935"/>
                      <a:pt x="162172" y="126387"/>
                      <a:pt x="162172" y="81486"/>
                    </a:cubicBezTo>
                    <a:cubicBezTo>
                      <a:pt x="162172" y="36547"/>
                      <a:pt x="125796" y="0"/>
                      <a:pt x="81057" y="0"/>
                    </a:cubicBezTo>
                    <a:cubicBezTo>
                      <a:pt x="36385" y="0"/>
                      <a:pt x="0" y="36547"/>
                      <a:pt x="0" y="81486"/>
                    </a:cubicBezTo>
                    <a:close/>
                    <a:moveTo>
                      <a:pt x="20869" y="81486"/>
                    </a:moveTo>
                    <a:cubicBezTo>
                      <a:pt x="20869" y="48063"/>
                      <a:pt x="47882" y="20860"/>
                      <a:pt x="81048" y="20860"/>
                    </a:cubicBezTo>
                    <a:cubicBezTo>
                      <a:pt x="114281" y="20860"/>
                      <a:pt x="141303" y="48063"/>
                      <a:pt x="141303" y="81486"/>
                    </a:cubicBezTo>
                    <a:cubicBezTo>
                      <a:pt x="141303" y="114891"/>
                      <a:pt x="114281" y="142075"/>
                      <a:pt x="81048" y="142075"/>
                    </a:cubicBezTo>
                    <a:cubicBezTo>
                      <a:pt x="47882" y="142075"/>
                      <a:pt x="20869" y="114891"/>
                      <a:pt x="20869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82D4DE21-190C-8E4F-96F1-AF310260702E}"/>
                  </a:ext>
                </a:extLst>
              </p:cNvPr>
              <p:cNvSpPr/>
              <p:nvPr/>
            </p:nvSpPr>
            <p:spPr>
              <a:xfrm>
                <a:off x="7488992" y="2248471"/>
                <a:ext cx="162134" cy="162934"/>
              </a:xfrm>
              <a:custGeom>
                <a:avLst/>
                <a:gdLst>
                  <a:gd name="connsiteX0" fmla="*/ 0 w 162134"/>
                  <a:gd name="connsiteY0" fmla="*/ 81486 h 162934"/>
                  <a:gd name="connsiteX1" fmla="*/ 81058 w 162134"/>
                  <a:gd name="connsiteY1" fmla="*/ 162935 h 162934"/>
                  <a:gd name="connsiteX2" fmla="*/ 162135 w 162134"/>
                  <a:gd name="connsiteY2" fmla="*/ 81486 h 162934"/>
                  <a:gd name="connsiteX3" fmla="*/ 81058 w 162134"/>
                  <a:gd name="connsiteY3" fmla="*/ 0 h 162934"/>
                  <a:gd name="connsiteX4" fmla="*/ 0 w 162134"/>
                  <a:gd name="connsiteY4" fmla="*/ 81486 h 162934"/>
                  <a:gd name="connsiteX5" fmla="*/ 20870 w 162134"/>
                  <a:gd name="connsiteY5" fmla="*/ 81486 h 162934"/>
                  <a:gd name="connsiteX6" fmla="*/ 81058 w 162134"/>
                  <a:gd name="connsiteY6" fmla="*/ 20860 h 162934"/>
                  <a:gd name="connsiteX7" fmla="*/ 141256 w 162134"/>
                  <a:gd name="connsiteY7" fmla="*/ 81486 h 162934"/>
                  <a:gd name="connsiteX8" fmla="*/ 81058 w 162134"/>
                  <a:gd name="connsiteY8" fmla="*/ 142075 h 162934"/>
                  <a:gd name="connsiteX9" fmla="*/ 20870 w 162134"/>
                  <a:gd name="connsiteY9" fmla="*/ 81486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34" h="162934">
                    <a:moveTo>
                      <a:pt x="0" y="81486"/>
                    </a:moveTo>
                    <a:cubicBezTo>
                      <a:pt x="0" y="126387"/>
                      <a:pt x="36367" y="162935"/>
                      <a:pt x="81058" y="162935"/>
                    </a:cubicBezTo>
                    <a:cubicBezTo>
                      <a:pt x="125749" y="162935"/>
                      <a:pt x="162135" y="126387"/>
                      <a:pt x="162135" y="81486"/>
                    </a:cubicBezTo>
                    <a:cubicBezTo>
                      <a:pt x="162135" y="36547"/>
                      <a:pt x="125759" y="0"/>
                      <a:pt x="81058" y="0"/>
                    </a:cubicBezTo>
                    <a:cubicBezTo>
                      <a:pt x="36367" y="0"/>
                      <a:pt x="0" y="36547"/>
                      <a:pt x="0" y="81486"/>
                    </a:cubicBezTo>
                    <a:close/>
                    <a:moveTo>
                      <a:pt x="20870" y="81486"/>
                    </a:moveTo>
                    <a:cubicBezTo>
                      <a:pt x="20870" y="48063"/>
                      <a:pt x="47883" y="20860"/>
                      <a:pt x="81058" y="20860"/>
                    </a:cubicBezTo>
                    <a:cubicBezTo>
                      <a:pt x="114253" y="20860"/>
                      <a:pt x="141256" y="48063"/>
                      <a:pt x="141256" y="81486"/>
                    </a:cubicBezTo>
                    <a:cubicBezTo>
                      <a:pt x="141256" y="114891"/>
                      <a:pt x="114253" y="142075"/>
                      <a:pt x="81058" y="142075"/>
                    </a:cubicBezTo>
                    <a:cubicBezTo>
                      <a:pt x="47873" y="142075"/>
                      <a:pt x="20870" y="114891"/>
                      <a:pt x="20870" y="814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F607C74F-FF2D-1947-9BAD-8C91C116DF15}"/>
                  </a:ext>
                </a:extLst>
              </p:cNvPr>
              <p:cNvSpPr/>
              <p:nvPr/>
            </p:nvSpPr>
            <p:spPr>
              <a:xfrm>
                <a:off x="6223434" y="2608411"/>
                <a:ext cx="162134" cy="162934"/>
              </a:xfrm>
              <a:custGeom>
                <a:avLst/>
                <a:gdLst>
                  <a:gd name="connsiteX0" fmla="*/ 0 w 162134"/>
                  <a:gd name="connsiteY0" fmla="*/ 81477 h 162934"/>
                  <a:gd name="connsiteX1" fmla="*/ 81029 w 162134"/>
                  <a:gd name="connsiteY1" fmla="*/ 162935 h 162934"/>
                  <a:gd name="connsiteX2" fmla="*/ 162135 w 162134"/>
                  <a:gd name="connsiteY2" fmla="*/ 81477 h 162934"/>
                  <a:gd name="connsiteX3" fmla="*/ 81029 w 162134"/>
                  <a:gd name="connsiteY3" fmla="*/ 0 h 162934"/>
                  <a:gd name="connsiteX4" fmla="*/ 0 w 162134"/>
                  <a:gd name="connsiteY4" fmla="*/ 81477 h 162934"/>
                  <a:gd name="connsiteX5" fmla="*/ 20869 w 162134"/>
                  <a:gd name="connsiteY5" fmla="*/ 81477 h 162934"/>
                  <a:gd name="connsiteX6" fmla="*/ 81020 w 162134"/>
                  <a:gd name="connsiteY6" fmla="*/ 20869 h 162934"/>
                  <a:gd name="connsiteX7" fmla="*/ 141265 w 162134"/>
                  <a:gd name="connsiteY7" fmla="*/ 81477 h 162934"/>
                  <a:gd name="connsiteX8" fmla="*/ 81020 w 162134"/>
                  <a:gd name="connsiteY8" fmla="*/ 142065 h 162934"/>
                  <a:gd name="connsiteX9" fmla="*/ 20869 w 162134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34" h="162934">
                    <a:moveTo>
                      <a:pt x="0" y="81477"/>
                    </a:moveTo>
                    <a:cubicBezTo>
                      <a:pt x="0" y="126387"/>
                      <a:pt x="36338" y="162935"/>
                      <a:pt x="81029" y="162935"/>
                    </a:cubicBezTo>
                    <a:cubicBezTo>
                      <a:pt x="125759" y="162935"/>
                      <a:pt x="162135" y="126387"/>
                      <a:pt x="162135" y="81477"/>
                    </a:cubicBezTo>
                    <a:cubicBezTo>
                      <a:pt x="162135" y="36547"/>
                      <a:pt x="125768" y="0"/>
                      <a:pt x="81029" y="0"/>
                    </a:cubicBezTo>
                    <a:cubicBezTo>
                      <a:pt x="36338" y="10"/>
                      <a:pt x="0" y="36557"/>
                      <a:pt x="0" y="81477"/>
                    </a:cubicBezTo>
                    <a:close/>
                    <a:moveTo>
                      <a:pt x="20869" y="81477"/>
                    </a:moveTo>
                    <a:cubicBezTo>
                      <a:pt x="20869" y="48063"/>
                      <a:pt x="47844" y="20869"/>
                      <a:pt x="81020" y="20869"/>
                    </a:cubicBezTo>
                    <a:cubicBezTo>
                      <a:pt x="114243" y="20869"/>
                      <a:pt x="141265" y="48063"/>
                      <a:pt x="141265" y="81477"/>
                    </a:cubicBezTo>
                    <a:cubicBezTo>
                      <a:pt x="141265" y="114881"/>
                      <a:pt x="114243" y="142065"/>
                      <a:pt x="81020" y="142065"/>
                    </a:cubicBezTo>
                    <a:cubicBezTo>
                      <a:pt x="47844" y="142075"/>
                      <a:pt x="20869" y="114891"/>
                      <a:pt x="2086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39ED93A4-92A0-8C4B-8794-6962934EAC29}"/>
                  </a:ext>
                </a:extLst>
              </p:cNvPr>
              <p:cNvSpPr/>
              <p:nvPr/>
            </p:nvSpPr>
            <p:spPr>
              <a:xfrm>
                <a:off x="6431308" y="2608411"/>
                <a:ext cx="161972" cy="162934"/>
              </a:xfrm>
              <a:custGeom>
                <a:avLst/>
                <a:gdLst>
                  <a:gd name="connsiteX0" fmla="*/ 0 w 161972"/>
                  <a:gd name="connsiteY0" fmla="*/ 81477 h 162934"/>
                  <a:gd name="connsiteX1" fmla="*/ 81039 w 161972"/>
                  <a:gd name="connsiteY1" fmla="*/ 162935 h 162934"/>
                  <a:gd name="connsiteX2" fmla="*/ 161973 w 161972"/>
                  <a:gd name="connsiteY2" fmla="*/ 81477 h 162934"/>
                  <a:gd name="connsiteX3" fmla="*/ 81039 w 161972"/>
                  <a:gd name="connsiteY3" fmla="*/ 0 h 162934"/>
                  <a:gd name="connsiteX4" fmla="*/ 0 w 161972"/>
                  <a:gd name="connsiteY4" fmla="*/ 81477 h 162934"/>
                  <a:gd name="connsiteX5" fmla="*/ 20879 w 161972"/>
                  <a:gd name="connsiteY5" fmla="*/ 81477 h 162934"/>
                  <a:gd name="connsiteX6" fmla="*/ 81039 w 161972"/>
                  <a:gd name="connsiteY6" fmla="*/ 20869 h 162934"/>
                  <a:gd name="connsiteX7" fmla="*/ 141103 w 161972"/>
                  <a:gd name="connsiteY7" fmla="*/ 81477 h 162934"/>
                  <a:gd name="connsiteX8" fmla="*/ 81039 w 161972"/>
                  <a:gd name="connsiteY8" fmla="*/ 142065 h 162934"/>
                  <a:gd name="connsiteX9" fmla="*/ 20879 w 161972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72" h="162934">
                    <a:moveTo>
                      <a:pt x="0" y="81477"/>
                    </a:moveTo>
                    <a:cubicBezTo>
                      <a:pt x="0" y="126387"/>
                      <a:pt x="36338" y="162935"/>
                      <a:pt x="81039" y="162935"/>
                    </a:cubicBezTo>
                    <a:cubicBezTo>
                      <a:pt x="125692" y="162935"/>
                      <a:pt x="161973" y="126387"/>
                      <a:pt x="161973" y="81477"/>
                    </a:cubicBezTo>
                    <a:cubicBezTo>
                      <a:pt x="161973" y="36547"/>
                      <a:pt x="125692" y="0"/>
                      <a:pt x="81039" y="0"/>
                    </a:cubicBezTo>
                    <a:cubicBezTo>
                      <a:pt x="36347" y="10"/>
                      <a:pt x="0" y="36557"/>
                      <a:pt x="0" y="81477"/>
                    </a:cubicBezTo>
                    <a:close/>
                    <a:moveTo>
                      <a:pt x="20879" y="81477"/>
                    </a:moveTo>
                    <a:cubicBezTo>
                      <a:pt x="20879" y="48063"/>
                      <a:pt x="47873" y="20869"/>
                      <a:pt x="81039" y="20869"/>
                    </a:cubicBezTo>
                    <a:cubicBezTo>
                      <a:pt x="114176" y="20869"/>
                      <a:pt x="141103" y="48063"/>
                      <a:pt x="141103" y="81477"/>
                    </a:cubicBezTo>
                    <a:cubicBezTo>
                      <a:pt x="141103" y="114881"/>
                      <a:pt x="114176" y="142065"/>
                      <a:pt x="81039" y="142065"/>
                    </a:cubicBezTo>
                    <a:cubicBezTo>
                      <a:pt x="47873" y="142075"/>
                      <a:pt x="20879" y="114891"/>
                      <a:pt x="2087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6819A2BB-07C0-9948-97A0-537D219F0A44}"/>
                  </a:ext>
                </a:extLst>
              </p:cNvPr>
              <p:cNvSpPr/>
              <p:nvPr/>
            </p:nvSpPr>
            <p:spPr>
              <a:xfrm>
                <a:off x="6639210" y="2608411"/>
                <a:ext cx="161925" cy="162934"/>
              </a:xfrm>
              <a:custGeom>
                <a:avLst/>
                <a:gdLst>
                  <a:gd name="connsiteX0" fmla="*/ 0 w 161925"/>
                  <a:gd name="connsiteY0" fmla="*/ 81477 h 162934"/>
                  <a:gd name="connsiteX1" fmla="*/ 80915 w 161925"/>
                  <a:gd name="connsiteY1" fmla="*/ 162935 h 162934"/>
                  <a:gd name="connsiteX2" fmla="*/ 161925 w 161925"/>
                  <a:gd name="connsiteY2" fmla="*/ 81477 h 162934"/>
                  <a:gd name="connsiteX3" fmla="*/ 80915 w 161925"/>
                  <a:gd name="connsiteY3" fmla="*/ 0 h 162934"/>
                  <a:gd name="connsiteX4" fmla="*/ 0 w 161925"/>
                  <a:gd name="connsiteY4" fmla="*/ 81477 h 162934"/>
                  <a:gd name="connsiteX5" fmla="*/ 20860 w 161925"/>
                  <a:gd name="connsiteY5" fmla="*/ 81477 h 162934"/>
                  <a:gd name="connsiteX6" fmla="*/ 80924 w 161925"/>
                  <a:gd name="connsiteY6" fmla="*/ 20869 h 162934"/>
                  <a:gd name="connsiteX7" fmla="*/ 141075 w 161925"/>
                  <a:gd name="connsiteY7" fmla="*/ 81477 h 162934"/>
                  <a:gd name="connsiteX8" fmla="*/ 80924 w 161925"/>
                  <a:gd name="connsiteY8" fmla="*/ 142065 h 162934"/>
                  <a:gd name="connsiteX9" fmla="*/ 20860 w 161925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925" h="162934">
                    <a:moveTo>
                      <a:pt x="0" y="81477"/>
                    </a:moveTo>
                    <a:cubicBezTo>
                      <a:pt x="0" y="126387"/>
                      <a:pt x="36290" y="162935"/>
                      <a:pt x="80915" y="162935"/>
                    </a:cubicBezTo>
                    <a:cubicBezTo>
                      <a:pt x="125578" y="162935"/>
                      <a:pt x="161925" y="126387"/>
                      <a:pt x="161925" y="81477"/>
                    </a:cubicBezTo>
                    <a:cubicBezTo>
                      <a:pt x="161925" y="36547"/>
                      <a:pt x="125587" y="0"/>
                      <a:pt x="80915" y="0"/>
                    </a:cubicBezTo>
                    <a:cubicBezTo>
                      <a:pt x="36290" y="10"/>
                      <a:pt x="0" y="36557"/>
                      <a:pt x="0" y="81477"/>
                    </a:cubicBezTo>
                    <a:close/>
                    <a:moveTo>
                      <a:pt x="20860" y="81477"/>
                    </a:moveTo>
                    <a:cubicBezTo>
                      <a:pt x="20860" y="48063"/>
                      <a:pt x="47806" y="20869"/>
                      <a:pt x="80924" y="20869"/>
                    </a:cubicBezTo>
                    <a:cubicBezTo>
                      <a:pt x="114081" y="20869"/>
                      <a:pt x="141075" y="48063"/>
                      <a:pt x="141075" y="81477"/>
                    </a:cubicBezTo>
                    <a:cubicBezTo>
                      <a:pt x="141075" y="114881"/>
                      <a:pt x="114081" y="142065"/>
                      <a:pt x="80924" y="142065"/>
                    </a:cubicBezTo>
                    <a:cubicBezTo>
                      <a:pt x="47806" y="142075"/>
                      <a:pt x="20860" y="114891"/>
                      <a:pt x="20860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01B7979D-E50F-F54F-B62C-A5FF1C5CC508}"/>
                  </a:ext>
                </a:extLst>
              </p:cNvPr>
              <p:cNvSpPr/>
              <p:nvPr/>
            </p:nvSpPr>
            <p:spPr>
              <a:xfrm>
                <a:off x="7054824" y="2608411"/>
                <a:ext cx="162172" cy="162934"/>
              </a:xfrm>
              <a:custGeom>
                <a:avLst/>
                <a:gdLst>
                  <a:gd name="connsiteX0" fmla="*/ 0 w 162172"/>
                  <a:gd name="connsiteY0" fmla="*/ 81477 h 162934"/>
                  <a:gd name="connsiteX1" fmla="*/ 81058 w 162172"/>
                  <a:gd name="connsiteY1" fmla="*/ 162935 h 162934"/>
                  <a:gd name="connsiteX2" fmla="*/ 162173 w 162172"/>
                  <a:gd name="connsiteY2" fmla="*/ 81477 h 162934"/>
                  <a:gd name="connsiteX3" fmla="*/ 138456 w 162172"/>
                  <a:gd name="connsiteY3" fmla="*/ 23851 h 162934"/>
                  <a:gd name="connsiteX4" fmla="*/ 81067 w 162172"/>
                  <a:gd name="connsiteY4" fmla="*/ 0 h 162934"/>
                  <a:gd name="connsiteX5" fmla="*/ 0 w 162172"/>
                  <a:gd name="connsiteY5" fmla="*/ 81477 h 162934"/>
                  <a:gd name="connsiteX6" fmla="*/ 20869 w 162172"/>
                  <a:gd name="connsiteY6" fmla="*/ 81477 h 162934"/>
                  <a:gd name="connsiteX7" fmla="*/ 81048 w 162172"/>
                  <a:gd name="connsiteY7" fmla="*/ 20869 h 162934"/>
                  <a:gd name="connsiteX8" fmla="*/ 123682 w 162172"/>
                  <a:gd name="connsiteY8" fmla="*/ 38567 h 162934"/>
                  <a:gd name="connsiteX9" fmla="*/ 141313 w 162172"/>
                  <a:gd name="connsiteY9" fmla="*/ 81477 h 162934"/>
                  <a:gd name="connsiteX10" fmla="*/ 81058 w 162172"/>
                  <a:gd name="connsiteY10" fmla="*/ 142065 h 162934"/>
                  <a:gd name="connsiteX11" fmla="*/ 20869 w 162172"/>
                  <a:gd name="connsiteY11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172" h="162934">
                    <a:moveTo>
                      <a:pt x="0" y="81477"/>
                    </a:moveTo>
                    <a:cubicBezTo>
                      <a:pt x="0" y="126387"/>
                      <a:pt x="36376" y="162935"/>
                      <a:pt x="81058" y="162935"/>
                    </a:cubicBezTo>
                    <a:cubicBezTo>
                      <a:pt x="125787" y="162935"/>
                      <a:pt x="162173" y="126387"/>
                      <a:pt x="162173" y="81477"/>
                    </a:cubicBezTo>
                    <a:cubicBezTo>
                      <a:pt x="162173" y="59684"/>
                      <a:pt x="153762" y="39224"/>
                      <a:pt x="138456" y="23851"/>
                    </a:cubicBezTo>
                    <a:cubicBezTo>
                      <a:pt x="123168" y="8477"/>
                      <a:pt x="102794" y="0"/>
                      <a:pt x="81067" y="0"/>
                    </a:cubicBezTo>
                    <a:cubicBezTo>
                      <a:pt x="36376" y="10"/>
                      <a:pt x="0" y="36557"/>
                      <a:pt x="0" y="81477"/>
                    </a:cubicBezTo>
                    <a:close/>
                    <a:moveTo>
                      <a:pt x="20869" y="81477"/>
                    </a:moveTo>
                    <a:cubicBezTo>
                      <a:pt x="20869" y="48063"/>
                      <a:pt x="47873" y="20869"/>
                      <a:pt x="81048" y="20869"/>
                    </a:cubicBezTo>
                    <a:cubicBezTo>
                      <a:pt x="97184" y="20869"/>
                      <a:pt x="112300" y="27156"/>
                      <a:pt x="123682" y="38567"/>
                    </a:cubicBezTo>
                    <a:cubicBezTo>
                      <a:pt x="135036" y="50006"/>
                      <a:pt x="141313" y="65256"/>
                      <a:pt x="141313" y="81477"/>
                    </a:cubicBezTo>
                    <a:cubicBezTo>
                      <a:pt x="141313" y="114881"/>
                      <a:pt x="114281" y="142065"/>
                      <a:pt x="81058" y="142065"/>
                    </a:cubicBezTo>
                    <a:cubicBezTo>
                      <a:pt x="47873" y="142075"/>
                      <a:pt x="20869" y="114891"/>
                      <a:pt x="2086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612E2041-97C3-2649-990A-9A582850C491}"/>
                  </a:ext>
                </a:extLst>
              </p:cNvPr>
              <p:cNvSpPr/>
              <p:nvPr/>
            </p:nvSpPr>
            <p:spPr>
              <a:xfrm>
                <a:off x="7262764" y="2608411"/>
                <a:ext cx="162068" cy="162934"/>
              </a:xfrm>
              <a:custGeom>
                <a:avLst/>
                <a:gdLst>
                  <a:gd name="connsiteX0" fmla="*/ 0 w 162068"/>
                  <a:gd name="connsiteY0" fmla="*/ 81477 h 162934"/>
                  <a:gd name="connsiteX1" fmla="*/ 81077 w 162068"/>
                  <a:gd name="connsiteY1" fmla="*/ 162935 h 162934"/>
                  <a:gd name="connsiteX2" fmla="*/ 162068 w 162068"/>
                  <a:gd name="connsiteY2" fmla="*/ 81477 h 162934"/>
                  <a:gd name="connsiteX3" fmla="*/ 81077 w 162068"/>
                  <a:gd name="connsiteY3" fmla="*/ 0 h 162934"/>
                  <a:gd name="connsiteX4" fmla="*/ 0 w 162068"/>
                  <a:gd name="connsiteY4" fmla="*/ 81477 h 162934"/>
                  <a:gd name="connsiteX5" fmla="*/ 20879 w 162068"/>
                  <a:gd name="connsiteY5" fmla="*/ 81477 h 162934"/>
                  <a:gd name="connsiteX6" fmla="*/ 81077 w 162068"/>
                  <a:gd name="connsiteY6" fmla="*/ 20869 h 162934"/>
                  <a:gd name="connsiteX7" fmla="*/ 141198 w 162068"/>
                  <a:gd name="connsiteY7" fmla="*/ 81477 h 162934"/>
                  <a:gd name="connsiteX8" fmla="*/ 81077 w 162068"/>
                  <a:gd name="connsiteY8" fmla="*/ 142065 h 162934"/>
                  <a:gd name="connsiteX9" fmla="*/ 20879 w 162068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068" h="162934">
                    <a:moveTo>
                      <a:pt x="0" y="81477"/>
                    </a:moveTo>
                    <a:cubicBezTo>
                      <a:pt x="0" y="126387"/>
                      <a:pt x="36376" y="162935"/>
                      <a:pt x="81077" y="162935"/>
                    </a:cubicBezTo>
                    <a:cubicBezTo>
                      <a:pt x="125739" y="162935"/>
                      <a:pt x="162068" y="126387"/>
                      <a:pt x="162068" y="81477"/>
                    </a:cubicBezTo>
                    <a:cubicBezTo>
                      <a:pt x="162068" y="36547"/>
                      <a:pt x="125749" y="0"/>
                      <a:pt x="81077" y="0"/>
                    </a:cubicBezTo>
                    <a:cubicBezTo>
                      <a:pt x="36376" y="10"/>
                      <a:pt x="0" y="36557"/>
                      <a:pt x="0" y="81477"/>
                    </a:cubicBezTo>
                    <a:close/>
                    <a:moveTo>
                      <a:pt x="20879" y="81477"/>
                    </a:moveTo>
                    <a:cubicBezTo>
                      <a:pt x="20879" y="48063"/>
                      <a:pt x="47882" y="20869"/>
                      <a:pt x="81077" y="20869"/>
                    </a:cubicBezTo>
                    <a:cubicBezTo>
                      <a:pt x="114233" y="20869"/>
                      <a:pt x="141198" y="48063"/>
                      <a:pt x="141198" y="81477"/>
                    </a:cubicBezTo>
                    <a:cubicBezTo>
                      <a:pt x="141198" y="114881"/>
                      <a:pt x="114233" y="142065"/>
                      <a:pt x="81077" y="142065"/>
                    </a:cubicBezTo>
                    <a:cubicBezTo>
                      <a:pt x="47873" y="142075"/>
                      <a:pt x="20879" y="114891"/>
                      <a:pt x="2087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138EC7F6-CB42-1E4D-91CC-E157D4A6C31F}"/>
                  </a:ext>
                </a:extLst>
              </p:cNvPr>
              <p:cNvSpPr/>
              <p:nvPr/>
            </p:nvSpPr>
            <p:spPr>
              <a:xfrm>
                <a:off x="7470667" y="2608411"/>
                <a:ext cx="162143" cy="162934"/>
              </a:xfrm>
              <a:custGeom>
                <a:avLst/>
                <a:gdLst>
                  <a:gd name="connsiteX0" fmla="*/ 0 w 162143"/>
                  <a:gd name="connsiteY0" fmla="*/ 81477 h 162934"/>
                  <a:gd name="connsiteX1" fmla="*/ 81019 w 162143"/>
                  <a:gd name="connsiteY1" fmla="*/ 162935 h 162934"/>
                  <a:gd name="connsiteX2" fmla="*/ 162144 w 162143"/>
                  <a:gd name="connsiteY2" fmla="*/ 81477 h 162934"/>
                  <a:gd name="connsiteX3" fmla="*/ 81019 w 162143"/>
                  <a:gd name="connsiteY3" fmla="*/ 0 h 162934"/>
                  <a:gd name="connsiteX4" fmla="*/ 0 w 162143"/>
                  <a:gd name="connsiteY4" fmla="*/ 81477 h 162934"/>
                  <a:gd name="connsiteX5" fmla="*/ 20869 w 162143"/>
                  <a:gd name="connsiteY5" fmla="*/ 81477 h 162934"/>
                  <a:gd name="connsiteX6" fmla="*/ 81019 w 162143"/>
                  <a:gd name="connsiteY6" fmla="*/ 20869 h 162934"/>
                  <a:gd name="connsiteX7" fmla="*/ 141265 w 162143"/>
                  <a:gd name="connsiteY7" fmla="*/ 81477 h 162934"/>
                  <a:gd name="connsiteX8" fmla="*/ 81019 w 162143"/>
                  <a:gd name="connsiteY8" fmla="*/ 142065 h 162934"/>
                  <a:gd name="connsiteX9" fmla="*/ 20869 w 162143"/>
                  <a:gd name="connsiteY9" fmla="*/ 81477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43" h="162934">
                    <a:moveTo>
                      <a:pt x="0" y="81477"/>
                    </a:moveTo>
                    <a:cubicBezTo>
                      <a:pt x="0" y="126387"/>
                      <a:pt x="36347" y="162935"/>
                      <a:pt x="81019" y="162935"/>
                    </a:cubicBezTo>
                    <a:cubicBezTo>
                      <a:pt x="125739" y="162935"/>
                      <a:pt x="162144" y="126387"/>
                      <a:pt x="162144" y="81477"/>
                    </a:cubicBezTo>
                    <a:cubicBezTo>
                      <a:pt x="162144" y="36547"/>
                      <a:pt x="125749" y="0"/>
                      <a:pt x="81019" y="0"/>
                    </a:cubicBezTo>
                    <a:cubicBezTo>
                      <a:pt x="36357" y="10"/>
                      <a:pt x="0" y="36557"/>
                      <a:pt x="0" y="81477"/>
                    </a:cubicBezTo>
                    <a:close/>
                    <a:moveTo>
                      <a:pt x="20869" y="81477"/>
                    </a:moveTo>
                    <a:cubicBezTo>
                      <a:pt x="20869" y="48063"/>
                      <a:pt x="47853" y="20869"/>
                      <a:pt x="81019" y="20869"/>
                    </a:cubicBezTo>
                    <a:cubicBezTo>
                      <a:pt x="114262" y="20869"/>
                      <a:pt x="141265" y="48063"/>
                      <a:pt x="141265" y="81477"/>
                    </a:cubicBezTo>
                    <a:cubicBezTo>
                      <a:pt x="141265" y="114881"/>
                      <a:pt x="114262" y="142065"/>
                      <a:pt x="81019" y="142065"/>
                    </a:cubicBezTo>
                    <a:cubicBezTo>
                      <a:pt x="47853" y="142075"/>
                      <a:pt x="20869" y="114891"/>
                      <a:pt x="20869" y="81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F0664F27-3928-C149-90CF-41D94DA0D435}"/>
                  </a:ext>
                </a:extLst>
              </p:cNvPr>
              <p:cNvSpPr/>
              <p:nvPr/>
            </p:nvSpPr>
            <p:spPr>
              <a:xfrm>
                <a:off x="7678569" y="2608421"/>
                <a:ext cx="162134" cy="162934"/>
              </a:xfrm>
              <a:custGeom>
                <a:avLst/>
                <a:gdLst>
                  <a:gd name="connsiteX0" fmla="*/ 23679 w 162134"/>
                  <a:gd name="connsiteY0" fmla="*/ 23851 h 162934"/>
                  <a:gd name="connsiteX1" fmla="*/ 0 w 162134"/>
                  <a:gd name="connsiteY1" fmla="*/ 81477 h 162934"/>
                  <a:gd name="connsiteX2" fmla="*/ 23679 w 162134"/>
                  <a:gd name="connsiteY2" fmla="*/ 139017 h 162934"/>
                  <a:gd name="connsiteX3" fmla="*/ 81058 w 162134"/>
                  <a:gd name="connsiteY3" fmla="*/ 162935 h 162934"/>
                  <a:gd name="connsiteX4" fmla="*/ 162135 w 162134"/>
                  <a:gd name="connsiteY4" fmla="*/ 81477 h 162934"/>
                  <a:gd name="connsiteX5" fmla="*/ 81058 w 162134"/>
                  <a:gd name="connsiteY5" fmla="*/ 0 h 162934"/>
                  <a:gd name="connsiteX6" fmla="*/ 23679 w 162134"/>
                  <a:gd name="connsiteY6" fmla="*/ 23851 h 162934"/>
                  <a:gd name="connsiteX7" fmla="*/ 38491 w 162134"/>
                  <a:gd name="connsiteY7" fmla="*/ 124301 h 162934"/>
                  <a:gd name="connsiteX8" fmla="*/ 20860 w 162134"/>
                  <a:gd name="connsiteY8" fmla="*/ 81467 h 162934"/>
                  <a:gd name="connsiteX9" fmla="*/ 38491 w 162134"/>
                  <a:gd name="connsiteY9" fmla="*/ 38557 h 162934"/>
                  <a:gd name="connsiteX10" fmla="*/ 81058 w 162134"/>
                  <a:gd name="connsiteY10" fmla="*/ 20860 h 162934"/>
                  <a:gd name="connsiteX11" fmla="*/ 141275 w 162134"/>
                  <a:gd name="connsiteY11" fmla="*/ 81467 h 162934"/>
                  <a:gd name="connsiteX12" fmla="*/ 81058 w 162134"/>
                  <a:gd name="connsiteY12" fmla="*/ 142056 h 162934"/>
                  <a:gd name="connsiteX13" fmla="*/ 38491 w 162134"/>
                  <a:gd name="connsiteY13" fmla="*/ 124301 h 16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2134" h="162934">
                    <a:moveTo>
                      <a:pt x="23679" y="23851"/>
                    </a:moveTo>
                    <a:cubicBezTo>
                      <a:pt x="8411" y="39224"/>
                      <a:pt x="0" y="59684"/>
                      <a:pt x="0" y="81477"/>
                    </a:cubicBezTo>
                    <a:cubicBezTo>
                      <a:pt x="0" y="103203"/>
                      <a:pt x="8420" y="123634"/>
                      <a:pt x="23679" y="139017"/>
                    </a:cubicBezTo>
                    <a:cubicBezTo>
                      <a:pt x="38986" y="154438"/>
                      <a:pt x="59350" y="162935"/>
                      <a:pt x="81058" y="162935"/>
                    </a:cubicBezTo>
                    <a:cubicBezTo>
                      <a:pt x="125768" y="162935"/>
                      <a:pt x="162135" y="126387"/>
                      <a:pt x="162135" y="81477"/>
                    </a:cubicBezTo>
                    <a:cubicBezTo>
                      <a:pt x="162135" y="36547"/>
                      <a:pt x="125778" y="0"/>
                      <a:pt x="81058" y="0"/>
                    </a:cubicBezTo>
                    <a:cubicBezTo>
                      <a:pt x="59350" y="0"/>
                      <a:pt x="38958" y="8468"/>
                      <a:pt x="23679" y="23851"/>
                    </a:cubicBezTo>
                    <a:close/>
                    <a:moveTo>
                      <a:pt x="38491" y="124301"/>
                    </a:moveTo>
                    <a:cubicBezTo>
                      <a:pt x="27118" y="112852"/>
                      <a:pt x="20860" y="97641"/>
                      <a:pt x="20860" y="81467"/>
                    </a:cubicBezTo>
                    <a:cubicBezTo>
                      <a:pt x="20860" y="65227"/>
                      <a:pt x="27108" y="49978"/>
                      <a:pt x="38491" y="38557"/>
                    </a:cubicBezTo>
                    <a:cubicBezTo>
                      <a:pt x="49816" y="27146"/>
                      <a:pt x="64932" y="20860"/>
                      <a:pt x="81058" y="20860"/>
                    </a:cubicBezTo>
                    <a:cubicBezTo>
                      <a:pt x="114243" y="20860"/>
                      <a:pt x="141275" y="48054"/>
                      <a:pt x="141275" y="81467"/>
                    </a:cubicBezTo>
                    <a:cubicBezTo>
                      <a:pt x="141275" y="114871"/>
                      <a:pt x="114243" y="142056"/>
                      <a:pt x="81058" y="142056"/>
                    </a:cubicBezTo>
                    <a:cubicBezTo>
                      <a:pt x="64980" y="142065"/>
                      <a:pt x="49854" y="135769"/>
                      <a:pt x="38491" y="12430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</p:grpSp>
        <p:grpSp>
          <p:nvGrpSpPr>
            <p:cNvPr id="31" name="Graphic 18">
              <a:extLst>
                <a:ext uri="{FF2B5EF4-FFF2-40B4-BE49-F238E27FC236}">
                  <a16:creationId xmlns:a16="http://schemas.microsoft.com/office/drawing/2014/main" id="{38F497CA-9DFB-E44F-93EE-E09EA115AC0D}"/>
                </a:ext>
              </a:extLst>
            </p:cNvPr>
            <p:cNvGrpSpPr/>
            <p:nvPr/>
          </p:nvGrpSpPr>
          <p:grpSpPr>
            <a:xfrm>
              <a:off x="3450865" y="3696519"/>
              <a:ext cx="4857639" cy="1083897"/>
              <a:chOff x="3450865" y="3696519"/>
              <a:chExt cx="4857639" cy="1083897"/>
            </a:xfrm>
            <a:grpFill/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4B88126-2A68-9746-ADD0-BFD78F18B0ED}"/>
                  </a:ext>
                </a:extLst>
              </p:cNvPr>
              <p:cNvSpPr/>
              <p:nvPr/>
            </p:nvSpPr>
            <p:spPr>
              <a:xfrm>
                <a:off x="3450865" y="3696757"/>
                <a:ext cx="843985" cy="1083421"/>
              </a:xfrm>
              <a:custGeom>
                <a:avLst/>
                <a:gdLst>
                  <a:gd name="connsiteX0" fmla="*/ 427010 w 843985"/>
                  <a:gd name="connsiteY0" fmla="*/ 162240 h 1083421"/>
                  <a:gd name="connsiteX1" fmla="*/ 261789 w 843985"/>
                  <a:gd name="connsiteY1" fmla="*/ 296485 h 1083421"/>
                  <a:gd name="connsiteX2" fmla="*/ 453727 w 843985"/>
                  <a:gd name="connsiteY2" fmla="*/ 440160 h 1083421"/>
                  <a:gd name="connsiteX3" fmla="*/ 843985 w 843985"/>
                  <a:gd name="connsiteY3" fmla="*/ 734873 h 1083421"/>
                  <a:gd name="connsiteX4" fmla="*/ 397482 w 843985"/>
                  <a:gd name="connsiteY4" fmla="*/ 1083421 h 1083421"/>
                  <a:gd name="connsiteX5" fmla="*/ 223 w 843985"/>
                  <a:gd name="connsiteY5" fmla="*/ 727691 h 1083421"/>
                  <a:gd name="connsiteX6" fmla="*/ 225889 w 843985"/>
                  <a:gd name="connsiteY6" fmla="*/ 727691 h 1083421"/>
                  <a:gd name="connsiteX7" fmla="*/ 399463 w 843985"/>
                  <a:gd name="connsiteY7" fmla="*/ 921258 h 1083421"/>
                  <a:gd name="connsiteX8" fmla="*/ 608175 w 843985"/>
                  <a:gd name="connsiteY8" fmla="*/ 783346 h 1083421"/>
                  <a:gd name="connsiteX9" fmla="*/ 369126 w 843985"/>
                  <a:gd name="connsiteY9" fmla="*/ 629488 h 1083421"/>
                  <a:gd name="connsiteX10" fmla="*/ 25978 w 843985"/>
                  <a:gd name="connsiteY10" fmla="*/ 343386 h 1083421"/>
                  <a:gd name="connsiteX11" fmla="*/ 457337 w 843985"/>
                  <a:gd name="connsiteY11" fmla="*/ 0 h 1083421"/>
                  <a:gd name="connsiteX12" fmla="*/ 815439 w 843985"/>
                  <a:gd name="connsiteY12" fmla="*/ 318840 h 1083421"/>
                  <a:gd name="connsiteX13" fmla="*/ 599403 w 843985"/>
                  <a:gd name="connsiteY13" fmla="*/ 319659 h 1083421"/>
                  <a:gd name="connsiteX14" fmla="*/ 427010 w 843985"/>
                  <a:gd name="connsiteY14" fmla="*/ 162240 h 1083421"/>
                  <a:gd name="connsiteX15" fmla="*/ 427010 w 843985"/>
                  <a:gd name="connsiteY15" fmla="*/ 162240 h 1083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43985" h="1083421">
                    <a:moveTo>
                      <a:pt x="427010" y="162240"/>
                    </a:moveTo>
                    <a:cubicBezTo>
                      <a:pt x="345209" y="162240"/>
                      <a:pt x="261789" y="205492"/>
                      <a:pt x="261789" y="296485"/>
                    </a:cubicBezTo>
                    <a:cubicBezTo>
                      <a:pt x="261789" y="409223"/>
                      <a:pt x="362335" y="422205"/>
                      <a:pt x="453727" y="440160"/>
                    </a:cubicBezTo>
                    <a:cubicBezTo>
                      <a:pt x="612376" y="480460"/>
                      <a:pt x="843985" y="525361"/>
                      <a:pt x="843985" y="734873"/>
                    </a:cubicBezTo>
                    <a:cubicBezTo>
                      <a:pt x="843985" y="993648"/>
                      <a:pt x="620938" y="1083421"/>
                      <a:pt x="397482" y="1083421"/>
                    </a:cubicBezTo>
                    <a:cubicBezTo>
                      <a:pt x="160224" y="1083421"/>
                      <a:pt x="-6959" y="990886"/>
                      <a:pt x="223" y="727691"/>
                    </a:cubicBezTo>
                    <a:lnTo>
                      <a:pt x="225889" y="727691"/>
                    </a:lnTo>
                    <a:cubicBezTo>
                      <a:pt x="217288" y="843191"/>
                      <a:pt x="283573" y="921258"/>
                      <a:pt x="399463" y="921258"/>
                    </a:cubicBezTo>
                    <a:cubicBezTo>
                      <a:pt x="489284" y="921258"/>
                      <a:pt x="608175" y="894064"/>
                      <a:pt x="608175" y="783346"/>
                    </a:cubicBezTo>
                    <a:cubicBezTo>
                      <a:pt x="608175" y="661026"/>
                      <a:pt x="458909" y="652453"/>
                      <a:pt x="369126" y="629488"/>
                    </a:cubicBezTo>
                    <a:cubicBezTo>
                      <a:pt x="223279" y="593389"/>
                      <a:pt x="25978" y="527352"/>
                      <a:pt x="25978" y="343386"/>
                    </a:cubicBezTo>
                    <a:cubicBezTo>
                      <a:pt x="25978" y="105756"/>
                      <a:pt x="243244" y="0"/>
                      <a:pt x="457337" y="0"/>
                    </a:cubicBezTo>
                    <a:cubicBezTo>
                      <a:pt x="659658" y="0"/>
                      <a:pt x="815439" y="109909"/>
                      <a:pt x="815439" y="318840"/>
                    </a:cubicBezTo>
                    <a:lnTo>
                      <a:pt x="599403" y="319659"/>
                    </a:lnTo>
                    <a:cubicBezTo>
                      <a:pt x="590811" y="214103"/>
                      <a:pt x="534709" y="162240"/>
                      <a:pt x="427010" y="162240"/>
                    </a:cubicBezTo>
                    <a:lnTo>
                      <a:pt x="427010" y="16224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67AA3F8-9D4F-FE41-A205-27082F0918A3}"/>
                  </a:ext>
                </a:extLst>
              </p:cNvPr>
              <p:cNvSpPr/>
              <p:nvPr/>
            </p:nvSpPr>
            <p:spPr>
              <a:xfrm>
                <a:off x="4410779" y="4014006"/>
                <a:ext cx="750846" cy="766400"/>
              </a:xfrm>
              <a:custGeom>
                <a:avLst/>
                <a:gdLst>
                  <a:gd name="connsiteX0" fmla="*/ 375275 w 750846"/>
                  <a:gd name="connsiteY0" fmla="*/ 766401 h 766400"/>
                  <a:gd name="connsiteX1" fmla="*/ 0 w 750846"/>
                  <a:gd name="connsiteY1" fmla="*/ 383105 h 766400"/>
                  <a:gd name="connsiteX2" fmla="*/ 375275 w 750846"/>
                  <a:gd name="connsiteY2" fmla="*/ 0 h 766400"/>
                  <a:gd name="connsiteX3" fmla="*/ 750846 w 750846"/>
                  <a:gd name="connsiteY3" fmla="*/ 383105 h 766400"/>
                  <a:gd name="connsiteX4" fmla="*/ 375275 w 750846"/>
                  <a:gd name="connsiteY4" fmla="*/ 766401 h 766400"/>
                  <a:gd name="connsiteX5" fmla="*/ 375275 w 750846"/>
                  <a:gd name="connsiteY5" fmla="*/ 766401 h 766400"/>
                  <a:gd name="connsiteX6" fmla="*/ 375275 w 750846"/>
                  <a:gd name="connsiteY6" fmla="*/ 621925 h 766400"/>
                  <a:gd name="connsiteX7" fmla="*/ 528152 w 750846"/>
                  <a:gd name="connsiteY7" fmla="*/ 383105 h 766400"/>
                  <a:gd name="connsiteX8" fmla="*/ 375275 w 750846"/>
                  <a:gd name="connsiteY8" fmla="*/ 144447 h 766400"/>
                  <a:gd name="connsiteX9" fmla="*/ 222475 w 750846"/>
                  <a:gd name="connsiteY9" fmla="*/ 383105 h 766400"/>
                  <a:gd name="connsiteX10" fmla="*/ 375275 w 750846"/>
                  <a:gd name="connsiteY10" fmla="*/ 621925 h 766400"/>
                  <a:gd name="connsiteX11" fmla="*/ 375275 w 750846"/>
                  <a:gd name="connsiteY11" fmla="*/ 621925 h 76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50846" h="766400">
                    <a:moveTo>
                      <a:pt x="375275" y="766401"/>
                    </a:moveTo>
                    <a:cubicBezTo>
                      <a:pt x="140694" y="766401"/>
                      <a:pt x="0" y="610391"/>
                      <a:pt x="0" y="383105"/>
                    </a:cubicBezTo>
                    <a:cubicBezTo>
                      <a:pt x="0" y="156020"/>
                      <a:pt x="140694" y="0"/>
                      <a:pt x="375275" y="0"/>
                    </a:cubicBezTo>
                    <a:cubicBezTo>
                      <a:pt x="610124" y="0"/>
                      <a:pt x="750846" y="156020"/>
                      <a:pt x="750846" y="383105"/>
                    </a:cubicBezTo>
                    <a:cubicBezTo>
                      <a:pt x="750837" y="610391"/>
                      <a:pt x="610124" y="766401"/>
                      <a:pt x="375275" y="766401"/>
                    </a:cubicBezTo>
                    <a:lnTo>
                      <a:pt x="375275" y="766401"/>
                    </a:lnTo>
                    <a:close/>
                    <a:moveTo>
                      <a:pt x="375275" y="621925"/>
                    </a:moveTo>
                    <a:cubicBezTo>
                      <a:pt x="506816" y="621925"/>
                      <a:pt x="528152" y="498215"/>
                      <a:pt x="528152" y="383105"/>
                    </a:cubicBezTo>
                    <a:cubicBezTo>
                      <a:pt x="528152" y="268186"/>
                      <a:pt x="506816" y="144447"/>
                      <a:pt x="375275" y="144447"/>
                    </a:cubicBezTo>
                    <a:cubicBezTo>
                      <a:pt x="244011" y="144447"/>
                      <a:pt x="222475" y="268176"/>
                      <a:pt x="222475" y="383105"/>
                    </a:cubicBezTo>
                    <a:cubicBezTo>
                      <a:pt x="222475" y="498215"/>
                      <a:pt x="244002" y="621925"/>
                      <a:pt x="375275" y="621925"/>
                    </a:cubicBezTo>
                    <a:lnTo>
                      <a:pt x="375275" y="62192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E33FB439-443D-134A-A640-258A50111109}"/>
                  </a:ext>
                </a:extLst>
              </p:cNvPr>
              <p:cNvSpPr/>
              <p:nvPr/>
            </p:nvSpPr>
            <p:spPr>
              <a:xfrm>
                <a:off x="5175761" y="3696519"/>
                <a:ext cx="472478" cy="1063323"/>
              </a:xfrm>
              <a:custGeom>
                <a:avLst/>
                <a:gdLst>
                  <a:gd name="connsiteX0" fmla="*/ 323250 w 472478"/>
                  <a:gd name="connsiteY0" fmla="*/ 338042 h 1063323"/>
                  <a:gd name="connsiteX1" fmla="*/ 453923 w 472478"/>
                  <a:gd name="connsiteY1" fmla="*/ 338042 h 1063323"/>
                  <a:gd name="connsiteX2" fmla="*/ 453923 w 472478"/>
                  <a:gd name="connsiteY2" fmla="*/ 482660 h 1063323"/>
                  <a:gd name="connsiteX3" fmla="*/ 323250 w 472478"/>
                  <a:gd name="connsiteY3" fmla="*/ 482660 h 1063323"/>
                  <a:gd name="connsiteX4" fmla="*/ 323250 w 472478"/>
                  <a:gd name="connsiteY4" fmla="*/ 1063324 h 1063323"/>
                  <a:gd name="connsiteX5" fmla="*/ 107795 w 472478"/>
                  <a:gd name="connsiteY5" fmla="*/ 1063324 h 1063323"/>
                  <a:gd name="connsiteX6" fmla="*/ 107795 w 472478"/>
                  <a:gd name="connsiteY6" fmla="*/ 482660 h 1063323"/>
                  <a:gd name="connsiteX7" fmla="*/ 0 w 472478"/>
                  <a:gd name="connsiteY7" fmla="*/ 482660 h 1063323"/>
                  <a:gd name="connsiteX8" fmla="*/ 0 w 472478"/>
                  <a:gd name="connsiteY8" fmla="*/ 338042 h 1063323"/>
                  <a:gd name="connsiteX9" fmla="*/ 107795 w 472478"/>
                  <a:gd name="connsiteY9" fmla="*/ 338042 h 1063323"/>
                  <a:gd name="connsiteX10" fmla="*/ 354740 w 472478"/>
                  <a:gd name="connsiteY10" fmla="*/ 0 h 1063323"/>
                  <a:gd name="connsiteX11" fmla="*/ 472478 w 472478"/>
                  <a:gd name="connsiteY11" fmla="*/ 10192 h 1063323"/>
                  <a:gd name="connsiteX12" fmla="*/ 472478 w 472478"/>
                  <a:gd name="connsiteY12" fmla="*/ 144475 h 1063323"/>
                  <a:gd name="connsiteX13" fmla="*/ 323250 w 472478"/>
                  <a:gd name="connsiteY13" fmla="*/ 338042 h 1063323"/>
                  <a:gd name="connsiteX14" fmla="*/ 323250 w 472478"/>
                  <a:gd name="connsiteY14" fmla="*/ 338042 h 1063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72478" h="1063323">
                    <a:moveTo>
                      <a:pt x="323250" y="338042"/>
                    </a:moveTo>
                    <a:lnTo>
                      <a:pt x="453923" y="338042"/>
                    </a:lnTo>
                    <a:lnTo>
                      <a:pt x="453923" y="482660"/>
                    </a:lnTo>
                    <a:lnTo>
                      <a:pt x="323250" y="482660"/>
                    </a:lnTo>
                    <a:lnTo>
                      <a:pt x="323250" y="1063324"/>
                    </a:lnTo>
                    <a:lnTo>
                      <a:pt x="107795" y="1063324"/>
                    </a:lnTo>
                    <a:lnTo>
                      <a:pt x="107795" y="482660"/>
                    </a:lnTo>
                    <a:lnTo>
                      <a:pt x="0" y="482660"/>
                    </a:lnTo>
                    <a:lnTo>
                      <a:pt x="0" y="338042"/>
                    </a:lnTo>
                    <a:lnTo>
                      <a:pt x="107795" y="338042"/>
                    </a:lnTo>
                    <a:cubicBezTo>
                      <a:pt x="101975" y="132931"/>
                      <a:pt x="120720" y="0"/>
                      <a:pt x="354740" y="0"/>
                    </a:cubicBezTo>
                    <a:cubicBezTo>
                      <a:pt x="393707" y="0"/>
                      <a:pt x="433787" y="4410"/>
                      <a:pt x="472478" y="10192"/>
                    </a:cubicBezTo>
                    <a:lnTo>
                      <a:pt x="472478" y="144475"/>
                    </a:lnTo>
                    <a:cubicBezTo>
                      <a:pt x="320250" y="127130"/>
                      <a:pt x="317468" y="196187"/>
                      <a:pt x="323250" y="338042"/>
                    </a:cubicBezTo>
                    <a:lnTo>
                      <a:pt x="323250" y="3380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5C4D8C2-03E5-7147-B5C6-09F73328473C}"/>
                  </a:ext>
                </a:extLst>
              </p:cNvPr>
              <p:cNvSpPr/>
              <p:nvPr/>
            </p:nvSpPr>
            <p:spPr>
              <a:xfrm>
                <a:off x="5683948" y="3813495"/>
                <a:ext cx="522770" cy="966920"/>
              </a:xfrm>
              <a:custGeom>
                <a:avLst/>
                <a:gdLst>
                  <a:gd name="connsiteX0" fmla="*/ 145114 w 522770"/>
                  <a:gd name="connsiteY0" fmla="*/ 77991 h 966920"/>
                  <a:gd name="connsiteX1" fmla="*/ 360579 w 522770"/>
                  <a:gd name="connsiteY1" fmla="*/ 0 h 966920"/>
                  <a:gd name="connsiteX2" fmla="*/ 360579 w 522770"/>
                  <a:gd name="connsiteY2" fmla="*/ 221075 h 966920"/>
                  <a:gd name="connsiteX3" fmla="*/ 522770 w 522770"/>
                  <a:gd name="connsiteY3" fmla="*/ 221075 h 966920"/>
                  <a:gd name="connsiteX4" fmla="*/ 522770 w 522770"/>
                  <a:gd name="connsiteY4" fmla="*/ 365693 h 966920"/>
                  <a:gd name="connsiteX5" fmla="*/ 360579 w 522770"/>
                  <a:gd name="connsiteY5" fmla="*/ 365693 h 966920"/>
                  <a:gd name="connsiteX6" fmla="*/ 360579 w 522770"/>
                  <a:gd name="connsiteY6" fmla="*/ 701335 h 966920"/>
                  <a:gd name="connsiteX7" fmla="*/ 449590 w 522770"/>
                  <a:gd name="connsiteY7" fmla="*/ 822446 h 966920"/>
                  <a:gd name="connsiteX8" fmla="*/ 518360 w 522770"/>
                  <a:gd name="connsiteY8" fmla="*/ 818045 h 966920"/>
                  <a:gd name="connsiteX9" fmla="*/ 518360 w 522770"/>
                  <a:gd name="connsiteY9" fmla="*/ 945175 h 966920"/>
                  <a:gd name="connsiteX10" fmla="*/ 348987 w 522770"/>
                  <a:gd name="connsiteY10" fmla="*/ 966921 h 966920"/>
                  <a:gd name="connsiteX11" fmla="*/ 145123 w 522770"/>
                  <a:gd name="connsiteY11" fmla="*/ 721481 h 966920"/>
                  <a:gd name="connsiteX12" fmla="*/ 145123 w 522770"/>
                  <a:gd name="connsiteY12" fmla="*/ 365684 h 966920"/>
                  <a:gd name="connsiteX13" fmla="*/ 0 w 522770"/>
                  <a:gd name="connsiteY13" fmla="*/ 365684 h 966920"/>
                  <a:gd name="connsiteX14" fmla="*/ 0 w 522770"/>
                  <a:gd name="connsiteY14" fmla="*/ 221066 h 966920"/>
                  <a:gd name="connsiteX15" fmla="*/ 145114 w 522770"/>
                  <a:gd name="connsiteY15" fmla="*/ 221066 h 966920"/>
                  <a:gd name="connsiteX16" fmla="*/ 145114 w 522770"/>
                  <a:gd name="connsiteY16" fmla="*/ 77991 h 966920"/>
                  <a:gd name="connsiteX17" fmla="*/ 145114 w 522770"/>
                  <a:gd name="connsiteY17" fmla="*/ 77991 h 966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22770" h="966920">
                    <a:moveTo>
                      <a:pt x="145114" y="77991"/>
                    </a:moveTo>
                    <a:lnTo>
                      <a:pt x="360579" y="0"/>
                    </a:lnTo>
                    <a:lnTo>
                      <a:pt x="360579" y="221075"/>
                    </a:lnTo>
                    <a:lnTo>
                      <a:pt x="522770" y="221075"/>
                    </a:lnTo>
                    <a:lnTo>
                      <a:pt x="522770" y="365693"/>
                    </a:lnTo>
                    <a:lnTo>
                      <a:pt x="360579" y="365693"/>
                    </a:lnTo>
                    <a:lnTo>
                      <a:pt x="360579" y="701335"/>
                    </a:lnTo>
                    <a:cubicBezTo>
                      <a:pt x="360579" y="796519"/>
                      <a:pt x="374923" y="822446"/>
                      <a:pt x="449590" y="822446"/>
                    </a:cubicBezTo>
                    <a:cubicBezTo>
                      <a:pt x="472488" y="822446"/>
                      <a:pt x="495462" y="819474"/>
                      <a:pt x="518360" y="818045"/>
                    </a:cubicBezTo>
                    <a:lnTo>
                      <a:pt x="518360" y="945175"/>
                    </a:lnTo>
                    <a:cubicBezTo>
                      <a:pt x="494024" y="956777"/>
                      <a:pt x="379104" y="966921"/>
                      <a:pt x="348987" y="966921"/>
                    </a:cubicBezTo>
                    <a:cubicBezTo>
                      <a:pt x="181032" y="966921"/>
                      <a:pt x="145123" y="878681"/>
                      <a:pt x="145123" y="721481"/>
                    </a:cubicBezTo>
                    <a:lnTo>
                      <a:pt x="145123" y="365684"/>
                    </a:lnTo>
                    <a:lnTo>
                      <a:pt x="0" y="365684"/>
                    </a:lnTo>
                    <a:lnTo>
                      <a:pt x="0" y="221066"/>
                    </a:lnTo>
                    <a:lnTo>
                      <a:pt x="145114" y="221066"/>
                    </a:lnTo>
                    <a:lnTo>
                      <a:pt x="145114" y="77991"/>
                    </a:lnTo>
                    <a:lnTo>
                      <a:pt x="145114" y="779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6B35FFCF-88DF-ED4A-9C21-2D187B47EF18}"/>
                  </a:ext>
                </a:extLst>
              </p:cNvPr>
              <p:cNvSpPr/>
              <p:nvPr/>
            </p:nvSpPr>
            <p:spPr>
              <a:xfrm>
                <a:off x="6271345" y="3813495"/>
                <a:ext cx="522741" cy="966920"/>
              </a:xfrm>
              <a:custGeom>
                <a:avLst/>
                <a:gdLst>
                  <a:gd name="connsiteX0" fmla="*/ 145056 w 522741"/>
                  <a:gd name="connsiteY0" fmla="*/ 77991 h 966920"/>
                  <a:gd name="connsiteX1" fmla="*/ 360550 w 522741"/>
                  <a:gd name="connsiteY1" fmla="*/ 0 h 966920"/>
                  <a:gd name="connsiteX2" fmla="*/ 360550 w 522741"/>
                  <a:gd name="connsiteY2" fmla="*/ 221075 h 966920"/>
                  <a:gd name="connsiteX3" fmla="*/ 522742 w 522741"/>
                  <a:gd name="connsiteY3" fmla="*/ 221075 h 966920"/>
                  <a:gd name="connsiteX4" fmla="*/ 522742 w 522741"/>
                  <a:gd name="connsiteY4" fmla="*/ 365693 h 966920"/>
                  <a:gd name="connsiteX5" fmla="*/ 360550 w 522741"/>
                  <a:gd name="connsiteY5" fmla="*/ 365693 h 966920"/>
                  <a:gd name="connsiteX6" fmla="*/ 360550 w 522741"/>
                  <a:gd name="connsiteY6" fmla="*/ 701335 h 966920"/>
                  <a:gd name="connsiteX7" fmla="*/ 449561 w 522741"/>
                  <a:gd name="connsiteY7" fmla="*/ 822446 h 966920"/>
                  <a:gd name="connsiteX8" fmla="*/ 518598 w 522741"/>
                  <a:gd name="connsiteY8" fmla="*/ 818045 h 966920"/>
                  <a:gd name="connsiteX9" fmla="*/ 518598 w 522741"/>
                  <a:gd name="connsiteY9" fmla="*/ 945175 h 966920"/>
                  <a:gd name="connsiteX10" fmla="*/ 348977 w 522741"/>
                  <a:gd name="connsiteY10" fmla="*/ 966921 h 966920"/>
                  <a:gd name="connsiteX11" fmla="*/ 145056 w 522741"/>
                  <a:gd name="connsiteY11" fmla="*/ 721481 h 966920"/>
                  <a:gd name="connsiteX12" fmla="*/ 145056 w 522741"/>
                  <a:gd name="connsiteY12" fmla="*/ 365684 h 966920"/>
                  <a:gd name="connsiteX13" fmla="*/ 0 w 522741"/>
                  <a:gd name="connsiteY13" fmla="*/ 365684 h 966920"/>
                  <a:gd name="connsiteX14" fmla="*/ 0 w 522741"/>
                  <a:gd name="connsiteY14" fmla="*/ 221066 h 966920"/>
                  <a:gd name="connsiteX15" fmla="*/ 145056 w 522741"/>
                  <a:gd name="connsiteY15" fmla="*/ 221066 h 966920"/>
                  <a:gd name="connsiteX16" fmla="*/ 145056 w 522741"/>
                  <a:gd name="connsiteY16" fmla="*/ 77991 h 966920"/>
                  <a:gd name="connsiteX17" fmla="*/ 145056 w 522741"/>
                  <a:gd name="connsiteY17" fmla="*/ 77991 h 966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22741" h="966920">
                    <a:moveTo>
                      <a:pt x="145056" y="77991"/>
                    </a:moveTo>
                    <a:lnTo>
                      <a:pt x="360550" y="0"/>
                    </a:lnTo>
                    <a:lnTo>
                      <a:pt x="360550" y="221075"/>
                    </a:lnTo>
                    <a:lnTo>
                      <a:pt x="522742" y="221075"/>
                    </a:lnTo>
                    <a:lnTo>
                      <a:pt x="522742" y="365693"/>
                    </a:lnTo>
                    <a:lnTo>
                      <a:pt x="360550" y="365693"/>
                    </a:lnTo>
                    <a:lnTo>
                      <a:pt x="360550" y="701335"/>
                    </a:lnTo>
                    <a:cubicBezTo>
                      <a:pt x="360550" y="796519"/>
                      <a:pt x="374933" y="822446"/>
                      <a:pt x="449561" y="822446"/>
                    </a:cubicBezTo>
                    <a:cubicBezTo>
                      <a:pt x="472507" y="822446"/>
                      <a:pt x="495433" y="819474"/>
                      <a:pt x="518598" y="818045"/>
                    </a:cubicBezTo>
                    <a:lnTo>
                      <a:pt x="518598" y="945175"/>
                    </a:lnTo>
                    <a:cubicBezTo>
                      <a:pt x="494033" y="956777"/>
                      <a:pt x="379104" y="966921"/>
                      <a:pt x="348977" y="966921"/>
                    </a:cubicBezTo>
                    <a:cubicBezTo>
                      <a:pt x="180994" y="966921"/>
                      <a:pt x="145056" y="878681"/>
                      <a:pt x="145056" y="721481"/>
                    </a:cubicBezTo>
                    <a:lnTo>
                      <a:pt x="145056" y="365684"/>
                    </a:lnTo>
                    <a:lnTo>
                      <a:pt x="0" y="365684"/>
                    </a:lnTo>
                    <a:lnTo>
                      <a:pt x="0" y="221066"/>
                    </a:lnTo>
                    <a:lnTo>
                      <a:pt x="145056" y="221066"/>
                    </a:lnTo>
                    <a:lnTo>
                      <a:pt x="145056" y="77991"/>
                    </a:lnTo>
                    <a:lnTo>
                      <a:pt x="145056" y="779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C0DDDEC-10BF-0447-85BD-AAA9B5141CCA}"/>
                  </a:ext>
                </a:extLst>
              </p:cNvPr>
              <p:cNvSpPr/>
              <p:nvPr/>
            </p:nvSpPr>
            <p:spPr>
              <a:xfrm>
                <a:off x="6835416" y="4014006"/>
                <a:ext cx="697144" cy="766400"/>
              </a:xfrm>
              <a:custGeom>
                <a:avLst/>
                <a:gdLst>
                  <a:gd name="connsiteX0" fmla="*/ 222685 w 697144"/>
                  <a:gd name="connsiteY0" fmla="*/ 441169 h 766400"/>
                  <a:gd name="connsiteX1" fmla="*/ 347177 w 697144"/>
                  <a:gd name="connsiteY1" fmla="*/ 621925 h 766400"/>
                  <a:gd name="connsiteX2" fmla="*/ 480279 w 697144"/>
                  <a:gd name="connsiteY2" fmla="*/ 528714 h 766400"/>
                  <a:gd name="connsiteX3" fmla="*/ 674208 w 697144"/>
                  <a:gd name="connsiteY3" fmla="*/ 528714 h 766400"/>
                  <a:gd name="connsiteX4" fmla="*/ 347177 w 697144"/>
                  <a:gd name="connsiteY4" fmla="*/ 766401 h 766400"/>
                  <a:gd name="connsiteX5" fmla="*/ 0 w 697144"/>
                  <a:gd name="connsiteY5" fmla="*/ 384877 h 766400"/>
                  <a:gd name="connsiteX6" fmla="*/ 347177 w 697144"/>
                  <a:gd name="connsiteY6" fmla="*/ 0 h 766400"/>
                  <a:gd name="connsiteX7" fmla="*/ 655416 w 697144"/>
                  <a:gd name="connsiteY7" fmla="*/ 173212 h 766400"/>
                  <a:gd name="connsiteX8" fmla="*/ 691334 w 697144"/>
                  <a:gd name="connsiteY8" fmla="*/ 302447 h 766400"/>
                  <a:gd name="connsiteX9" fmla="*/ 697144 w 697144"/>
                  <a:gd name="connsiteY9" fmla="*/ 441169 h 766400"/>
                  <a:gd name="connsiteX10" fmla="*/ 222685 w 697144"/>
                  <a:gd name="connsiteY10" fmla="*/ 441169 h 766400"/>
                  <a:gd name="connsiteX11" fmla="*/ 222685 w 697144"/>
                  <a:gd name="connsiteY11" fmla="*/ 441169 h 766400"/>
                  <a:gd name="connsiteX12" fmla="*/ 474459 w 697144"/>
                  <a:gd name="connsiteY12" fmla="*/ 296694 h 766400"/>
                  <a:gd name="connsiteX13" fmla="*/ 347177 w 697144"/>
                  <a:gd name="connsiteY13" fmla="*/ 144447 h 766400"/>
                  <a:gd name="connsiteX14" fmla="*/ 222685 w 697144"/>
                  <a:gd name="connsiteY14" fmla="*/ 296694 h 766400"/>
                  <a:gd name="connsiteX15" fmla="*/ 474459 w 697144"/>
                  <a:gd name="connsiteY15" fmla="*/ 296694 h 766400"/>
                  <a:gd name="connsiteX16" fmla="*/ 474459 w 697144"/>
                  <a:gd name="connsiteY16" fmla="*/ 296694 h 76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97144" h="766400">
                    <a:moveTo>
                      <a:pt x="222685" y="441169"/>
                    </a:moveTo>
                    <a:cubicBezTo>
                      <a:pt x="222685" y="534324"/>
                      <a:pt x="235620" y="621925"/>
                      <a:pt x="347177" y="621925"/>
                    </a:cubicBezTo>
                    <a:cubicBezTo>
                      <a:pt x="422395" y="621925"/>
                      <a:pt x="459886" y="594598"/>
                      <a:pt x="480279" y="528714"/>
                    </a:cubicBezTo>
                    <a:lnTo>
                      <a:pt x="674208" y="528714"/>
                    </a:lnTo>
                    <a:cubicBezTo>
                      <a:pt x="655416" y="707127"/>
                      <a:pt x="516179" y="766401"/>
                      <a:pt x="347177" y="766401"/>
                    </a:cubicBezTo>
                    <a:cubicBezTo>
                      <a:pt x="99174" y="766401"/>
                      <a:pt x="0" y="626345"/>
                      <a:pt x="0" y="384877"/>
                    </a:cubicBezTo>
                    <a:cubicBezTo>
                      <a:pt x="0" y="167373"/>
                      <a:pt x="126454" y="0"/>
                      <a:pt x="347177" y="0"/>
                    </a:cubicBezTo>
                    <a:cubicBezTo>
                      <a:pt x="483060" y="0"/>
                      <a:pt x="595198" y="46272"/>
                      <a:pt x="655416" y="173212"/>
                    </a:cubicBezTo>
                    <a:cubicBezTo>
                      <a:pt x="675561" y="213474"/>
                      <a:pt x="685543" y="256584"/>
                      <a:pt x="691334" y="302447"/>
                    </a:cubicBezTo>
                    <a:cubicBezTo>
                      <a:pt x="697144" y="347396"/>
                      <a:pt x="697144" y="393478"/>
                      <a:pt x="697144" y="441169"/>
                    </a:cubicBezTo>
                    <a:lnTo>
                      <a:pt x="222685" y="441169"/>
                    </a:lnTo>
                    <a:lnTo>
                      <a:pt x="222685" y="441169"/>
                    </a:lnTo>
                    <a:close/>
                    <a:moveTo>
                      <a:pt x="474459" y="296694"/>
                    </a:moveTo>
                    <a:cubicBezTo>
                      <a:pt x="474459" y="217694"/>
                      <a:pt x="452752" y="144447"/>
                      <a:pt x="347177" y="144447"/>
                    </a:cubicBezTo>
                    <a:cubicBezTo>
                      <a:pt x="247222" y="144447"/>
                      <a:pt x="225466" y="217694"/>
                      <a:pt x="222685" y="296694"/>
                    </a:cubicBezTo>
                    <a:lnTo>
                      <a:pt x="474459" y="296694"/>
                    </a:lnTo>
                    <a:lnTo>
                      <a:pt x="474459" y="29669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B688E57C-5F02-E046-81D9-03D846EE7F29}"/>
                  </a:ext>
                </a:extLst>
              </p:cNvPr>
              <p:cNvSpPr/>
              <p:nvPr/>
            </p:nvSpPr>
            <p:spPr>
              <a:xfrm>
                <a:off x="7621933" y="3717102"/>
                <a:ext cx="686571" cy="1042739"/>
              </a:xfrm>
              <a:custGeom>
                <a:avLst/>
                <a:gdLst>
                  <a:gd name="connsiteX0" fmla="*/ 218304 w 686571"/>
                  <a:gd name="connsiteY0" fmla="*/ 614134 h 1042739"/>
                  <a:gd name="connsiteX1" fmla="*/ 430825 w 686571"/>
                  <a:gd name="connsiteY1" fmla="*/ 309667 h 1042739"/>
                  <a:gd name="connsiteX2" fmla="*/ 670589 w 686571"/>
                  <a:gd name="connsiteY2" fmla="*/ 309667 h 1042739"/>
                  <a:gd name="connsiteX3" fmla="*/ 422224 w 686571"/>
                  <a:gd name="connsiteY3" fmla="*/ 627116 h 1042739"/>
                  <a:gd name="connsiteX4" fmla="*/ 686571 w 686571"/>
                  <a:gd name="connsiteY4" fmla="*/ 1042740 h 1042739"/>
                  <a:gd name="connsiteX5" fmla="*/ 435178 w 686571"/>
                  <a:gd name="connsiteY5" fmla="*/ 1042740 h 1042739"/>
                  <a:gd name="connsiteX6" fmla="*/ 218304 w 686571"/>
                  <a:gd name="connsiteY6" fmla="*/ 645871 h 1042739"/>
                  <a:gd name="connsiteX7" fmla="*/ 215484 w 686571"/>
                  <a:gd name="connsiteY7" fmla="*/ 648871 h 1042739"/>
                  <a:gd name="connsiteX8" fmla="*/ 215484 w 686571"/>
                  <a:gd name="connsiteY8" fmla="*/ 1042740 h 1042739"/>
                  <a:gd name="connsiteX9" fmla="*/ 0 w 686571"/>
                  <a:gd name="connsiteY9" fmla="*/ 1042740 h 1042739"/>
                  <a:gd name="connsiteX10" fmla="*/ 0 w 686571"/>
                  <a:gd name="connsiteY10" fmla="*/ 0 h 1042739"/>
                  <a:gd name="connsiteX11" fmla="*/ 215484 w 686571"/>
                  <a:gd name="connsiteY11" fmla="*/ 0 h 1042739"/>
                  <a:gd name="connsiteX12" fmla="*/ 215484 w 686571"/>
                  <a:gd name="connsiteY12" fmla="*/ 611343 h 1042739"/>
                  <a:gd name="connsiteX13" fmla="*/ 218304 w 686571"/>
                  <a:gd name="connsiteY13" fmla="*/ 614134 h 104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86571" h="1042739">
                    <a:moveTo>
                      <a:pt x="218304" y="614134"/>
                    </a:moveTo>
                    <a:lnTo>
                      <a:pt x="430825" y="309667"/>
                    </a:lnTo>
                    <a:lnTo>
                      <a:pt x="670589" y="309667"/>
                    </a:lnTo>
                    <a:lnTo>
                      <a:pt x="422224" y="627116"/>
                    </a:lnTo>
                    <a:lnTo>
                      <a:pt x="686571" y="1042740"/>
                    </a:lnTo>
                    <a:lnTo>
                      <a:pt x="435178" y="1042740"/>
                    </a:lnTo>
                    <a:lnTo>
                      <a:pt x="218304" y="645871"/>
                    </a:lnTo>
                    <a:lnTo>
                      <a:pt x="215484" y="648871"/>
                    </a:lnTo>
                    <a:lnTo>
                      <a:pt x="215484" y="1042740"/>
                    </a:lnTo>
                    <a:lnTo>
                      <a:pt x="0" y="1042740"/>
                    </a:lnTo>
                    <a:lnTo>
                      <a:pt x="0" y="0"/>
                    </a:lnTo>
                    <a:lnTo>
                      <a:pt x="215484" y="0"/>
                    </a:lnTo>
                    <a:lnTo>
                      <a:pt x="215484" y="611343"/>
                    </a:lnTo>
                    <a:lnTo>
                      <a:pt x="218304" y="61413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MX"/>
              </a:p>
            </p:txBody>
          </p:sp>
        </p:grp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28C1C064-B521-2943-AEB7-6E6508078327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70000" y="430774"/>
            <a:ext cx="10502626" cy="450421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2400" b="0" i="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1629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13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52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69D602-03BA-4BA7-3E99-72EC7AA2A4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96792" y="6552874"/>
            <a:ext cx="4336065" cy="201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marL="0" marR="0" lvl="0" indent="0" algn="r" defTabSz="9121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baseline="0" noProof="0">
                <a:solidFill>
                  <a:schemeClr val="tx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 All Rights Reserved © </a:t>
            </a:r>
            <a:r>
              <a:rPr lang="es-ES_tradnl" sz="700" b="0" i="0" baseline="0" noProof="0">
                <a:solidFill>
                  <a:schemeClr val="tx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Valores Corporativos </a:t>
            </a:r>
            <a:r>
              <a:rPr lang="en-US" sz="700" b="0" i="0" baseline="0" noProof="0">
                <a:solidFill>
                  <a:schemeClr val="tx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Softtek S.A. de C.V. 2023 | Confidential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E15322-F03F-176B-390D-8F8EA8F61E7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5815" y="6522017"/>
            <a:ext cx="311694" cy="237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5908" tIns="35908" rIns="35908" bIns="35908" anchor="ctr"/>
          <a:lstStyle/>
          <a:p>
            <a:pPr algn="l" defTabSz="909913" fontAlgn="base">
              <a:spcBef>
                <a:spcPct val="0"/>
              </a:spcBef>
              <a:spcAft>
                <a:spcPct val="0"/>
              </a:spcAft>
              <a:defRPr/>
            </a:pPr>
            <a:fld id="{56AD8C7C-CCBC-854D-A681-3946D5D911B7}" type="slidenum">
              <a:rPr lang="en-US" sz="700" b="0" i="0" smtClean="0">
                <a:solidFill>
                  <a:schemeClr val="tx1"/>
                </a:solidFill>
                <a:latin typeface="Avenir Next LT Pro" panose="020B0504020202020204" pitchFamily="34" charset="0"/>
                <a:cs typeface="Arial" charset="0"/>
              </a:rPr>
              <a:pPr algn="l" defTabSz="90991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700" b="0" i="0">
              <a:solidFill>
                <a:schemeClr val="tx1"/>
              </a:solidFill>
              <a:latin typeface="Avenir Next LT Pro" panose="020B0504020202020204" pitchFamily="34" charset="0"/>
              <a:cs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740FDB-5170-A133-F908-B0405A598D8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15409" y="2443709"/>
            <a:ext cx="3836835" cy="197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9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425B74"/>
            </a:gs>
            <a:gs pos="14000">
              <a:srgbClr val="12304C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">
            <a:extLst>
              <a:ext uri="{FF2B5EF4-FFF2-40B4-BE49-F238E27FC236}">
                <a16:creationId xmlns:a16="http://schemas.microsoft.com/office/drawing/2014/main" id="{B3D7D585-B3F6-F98E-4FDB-25E4A9579720}"/>
              </a:ext>
            </a:extLst>
          </p:cNvPr>
          <p:cNvSpPr txBox="1"/>
          <p:nvPr userDrawn="1"/>
        </p:nvSpPr>
        <p:spPr>
          <a:xfrm>
            <a:off x="685800" y="772100"/>
            <a:ext cx="4074228" cy="698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33"/>
              </a:lnSpc>
            </a:pPr>
            <a:r>
              <a:rPr lang="en-US" sz="5400" b="1" spc="37">
                <a:solidFill>
                  <a:srgbClr val="FFFFFF"/>
                </a:solidFill>
                <a:latin typeface="Nunito" pitchFamily="2" charset="77"/>
              </a:rPr>
              <a:t>Agenda</a:t>
            </a:r>
            <a:endParaRPr lang="en-US" sz="4666" b="1" spc="37">
              <a:solidFill>
                <a:srgbClr val="FFFFFF"/>
              </a:solidFill>
              <a:latin typeface="Nunito" pitchFamily="2" charset="77"/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8D641139-0DEC-9940-C82A-BFAE4364E6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85800" y="5420360"/>
            <a:ext cx="1461789" cy="751840"/>
          </a:xfrm>
          <a:prstGeom prst="rect">
            <a:avLst/>
          </a:prstGeom>
        </p:spPr>
      </p:pic>
      <p:sp>
        <p:nvSpPr>
          <p:cNvPr id="18" name="AutoShape 3">
            <a:extLst>
              <a:ext uri="{FF2B5EF4-FFF2-40B4-BE49-F238E27FC236}">
                <a16:creationId xmlns:a16="http://schemas.microsoft.com/office/drawing/2014/main" id="{09CB9C43-6D0B-4938-370B-3E9C4CEE7B50}"/>
              </a:ext>
            </a:extLst>
          </p:cNvPr>
          <p:cNvSpPr/>
          <p:nvPr userDrawn="1"/>
        </p:nvSpPr>
        <p:spPr>
          <a:xfrm>
            <a:off x="5302839" y="3723313"/>
            <a:ext cx="6203359" cy="0"/>
          </a:xfrm>
          <a:prstGeom prst="line">
            <a:avLst/>
          </a:prstGeom>
          <a:ln w="10795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14F4B289-F3C9-B4C5-058F-104299B08A88}"/>
              </a:ext>
            </a:extLst>
          </p:cNvPr>
          <p:cNvSpPr/>
          <p:nvPr userDrawn="1"/>
        </p:nvSpPr>
        <p:spPr>
          <a:xfrm>
            <a:off x="5302839" y="4289725"/>
            <a:ext cx="6203359" cy="0"/>
          </a:xfrm>
          <a:prstGeom prst="line">
            <a:avLst/>
          </a:prstGeom>
          <a:ln w="10795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5">
            <a:extLst>
              <a:ext uri="{FF2B5EF4-FFF2-40B4-BE49-F238E27FC236}">
                <a16:creationId xmlns:a16="http://schemas.microsoft.com/office/drawing/2014/main" id="{D9B86D0C-C26A-9766-02EF-8FEDCA4EB1CA}"/>
              </a:ext>
            </a:extLst>
          </p:cNvPr>
          <p:cNvSpPr/>
          <p:nvPr userDrawn="1"/>
        </p:nvSpPr>
        <p:spPr>
          <a:xfrm>
            <a:off x="5302839" y="4856137"/>
            <a:ext cx="6203359" cy="0"/>
          </a:xfrm>
          <a:prstGeom prst="line">
            <a:avLst/>
          </a:prstGeom>
          <a:ln w="10795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80F48581-B89B-A36E-C9EE-07F80E76E9EB}"/>
              </a:ext>
            </a:extLst>
          </p:cNvPr>
          <p:cNvSpPr/>
          <p:nvPr userDrawn="1"/>
        </p:nvSpPr>
        <p:spPr>
          <a:xfrm>
            <a:off x="5302839" y="5422549"/>
            <a:ext cx="6203359" cy="0"/>
          </a:xfrm>
          <a:prstGeom prst="line">
            <a:avLst/>
          </a:prstGeom>
          <a:ln w="10795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3">
            <a:extLst>
              <a:ext uri="{FF2B5EF4-FFF2-40B4-BE49-F238E27FC236}">
                <a16:creationId xmlns:a16="http://schemas.microsoft.com/office/drawing/2014/main" id="{FC6137A5-37B9-22D2-BB5B-01FF18581D6C}"/>
              </a:ext>
            </a:extLst>
          </p:cNvPr>
          <p:cNvSpPr/>
          <p:nvPr userDrawn="1"/>
        </p:nvSpPr>
        <p:spPr>
          <a:xfrm>
            <a:off x="5302839" y="3156901"/>
            <a:ext cx="6203359" cy="0"/>
          </a:xfrm>
          <a:prstGeom prst="line">
            <a:avLst/>
          </a:prstGeom>
          <a:ln w="10795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F2B65F98-9288-9BDD-AA21-F76BFCB1002E}"/>
              </a:ext>
            </a:extLst>
          </p:cNvPr>
          <p:cNvSpPr/>
          <p:nvPr userDrawn="1"/>
        </p:nvSpPr>
        <p:spPr>
          <a:xfrm>
            <a:off x="5302840" y="2590489"/>
            <a:ext cx="6203359" cy="0"/>
          </a:xfrm>
          <a:prstGeom prst="line">
            <a:avLst/>
          </a:prstGeom>
          <a:ln w="10795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6">
            <a:extLst>
              <a:ext uri="{FF2B5EF4-FFF2-40B4-BE49-F238E27FC236}">
                <a16:creationId xmlns:a16="http://schemas.microsoft.com/office/drawing/2014/main" id="{EEE35AE8-4C7D-7059-4884-74B069DBCC41}"/>
              </a:ext>
            </a:extLst>
          </p:cNvPr>
          <p:cNvSpPr/>
          <p:nvPr userDrawn="1"/>
        </p:nvSpPr>
        <p:spPr>
          <a:xfrm>
            <a:off x="5302839" y="5988964"/>
            <a:ext cx="6203359" cy="0"/>
          </a:xfrm>
          <a:prstGeom prst="line">
            <a:avLst/>
          </a:prstGeom>
          <a:ln w="10795" cap="rnd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26" Type="http://schemas.openxmlformats.org/officeDocument/2006/relationships/image" Target="../media/image29.svg"/><Relationship Id="rId39" Type="http://schemas.openxmlformats.org/officeDocument/2006/relationships/image" Target="../media/image42.png"/><Relationship Id="rId21" Type="http://schemas.openxmlformats.org/officeDocument/2006/relationships/image" Target="../media/image24.png"/><Relationship Id="rId34" Type="http://schemas.openxmlformats.org/officeDocument/2006/relationships/image" Target="../media/image37.svg"/><Relationship Id="rId42" Type="http://schemas.openxmlformats.org/officeDocument/2006/relationships/image" Target="../media/image4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svg"/><Relationship Id="rId20" Type="http://schemas.openxmlformats.org/officeDocument/2006/relationships/image" Target="../media/image23.svg"/><Relationship Id="rId29" Type="http://schemas.openxmlformats.org/officeDocument/2006/relationships/image" Target="../media/image32.png"/><Relationship Id="rId41" Type="http://schemas.openxmlformats.org/officeDocument/2006/relationships/image" Target="../media/image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24" Type="http://schemas.openxmlformats.org/officeDocument/2006/relationships/image" Target="../media/image27.svg"/><Relationship Id="rId32" Type="http://schemas.openxmlformats.org/officeDocument/2006/relationships/image" Target="../media/image35.svg"/><Relationship Id="rId37" Type="http://schemas.openxmlformats.org/officeDocument/2006/relationships/image" Target="../media/image40.png"/><Relationship Id="rId40" Type="http://schemas.openxmlformats.org/officeDocument/2006/relationships/image" Target="../media/image43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svg"/><Relationship Id="rId36" Type="http://schemas.openxmlformats.org/officeDocument/2006/relationships/image" Target="../media/image39.svg"/><Relationship Id="rId10" Type="http://schemas.openxmlformats.org/officeDocument/2006/relationships/image" Target="../media/image13.sv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5.svg"/><Relationship Id="rId27" Type="http://schemas.openxmlformats.org/officeDocument/2006/relationships/image" Target="../media/image30.png"/><Relationship Id="rId30" Type="http://schemas.openxmlformats.org/officeDocument/2006/relationships/image" Target="../media/image33.svg"/><Relationship Id="rId35" Type="http://schemas.openxmlformats.org/officeDocument/2006/relationships/image" Target="../media/image38.png"/><Relationship Id="rId43" Type="http://schemas.openxmlformats.org/officeDocument/2006/relationships/image" Target="../media/image46.svg"/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9D2B92B-BA55-D2F5-1058-4F16D46A0606}"/>
              </a:ext>
            </a:extLst>
          </p:cNvPr>
          <p:cNvGrpSpPr/>
          <p:nvPr/>
        </p:nvGrpSpPr>
        <p:grpSpPr>
          <a:xfrm>
            <a:off x="6684580" y="3150608"/>
            <a:ext cx="4601428" cy="2049152"/>
            <a:chOff x="6764480" y="955687"/>
            <a:chExt cx="4601428" cy="2049152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4EA15D7A-6026-524B-7229-DAE5AB934A09}"/>
                </a:ext>
              </a:extLst>
            </p:cNvPr>
            <p:cNvSpPr txBox="1"/>
            <p:nvPr/>
          </p:nvSpPr>
          <p:spPr>
            <a:xfrm>
              <a:off x="6764480" y="955687"/>
              <a:ext cx="4601428" cy="461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s-MX" sz="3000" b="1" dirty="0" err="1">
                  <a:solidFill>
                    <a:srgbClr val="FFFFFF"/>
                  </a:solidFill>
                  <a:latin typeface="Nunito"/>
                </a:rPr>
                <a:t>Title</a:t>
              </a:r>
              <a:endParaRPr sz="3000" b="1" dirty="0">
                <a:solidFill>
                  <a:srgbClr val="FFFFFF"/>
                </a:solidFill>
                <a:latin typeface="Nunito"/>
              </a:endParaRP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133C0FA0-BB61-28BA-165B-117986EBB8A1}"/>
                </a:ext>
              </a:extLst>
            </p:cNvPr>
            <p:cNvSpPr txBox="1"/>
            <p:nvPr/>
          </p:nvSpPr>
          <p:spPr>
            <a:xfrm>
              <a:off x="6764480" y="2594406"/>
              <a:ext cx="3938160" cy="410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650">
                  <a:solidFill>
                    <a:srgbClr val="FFFFFF"/>
                  </a:solidFill>
                  <a:latin typeface="Nunito"/>
                </a:rPr>
                <a:t>Innovation </a:t>
              </a:r>
              <a:endParaRPr lang="en-US" sz="2650">
                <a:solidFill>
                  <a:srgbClr val="FFFFFF"/>
                </a:solidFill>
                <a:latin typeface="Nunito" pitchFamily="2" charset="77"/>
              </a:endParaRPr>
            </a:p>
          </p:txBody>
        </p:sp>
      </p:grpSp>
      <p:sp>
        <p:nvSpPr>
          <p:cNvPr id="2" name="TextBox 7">
            <a:extLst>
              <a:ext uri="{FF2B5EF4-FFF2-40B4-BE49-F238E27FC236}">
                <a16:creationId xmlns:a16="http://schemas.microsoft.com/office/drawing/2014/main" id="{2FD094EF-C0B4-3DE7-A209-79495C079038}"/>
              </a:ext>
            </a:extLst>
          </p:cNvPr>
          <p:cNvSpPr txBox="1"/>
          <p:nvPr/>
        </p:nvSpPr>
        <p:spPr>
          <a:xfrm>
            <a:off x="9775320" y="6090189"/>
            <a:ext cx="584919" cy="205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Nunito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55562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425B74"/>
            </a:gs>
            <a:gs pos="14000">
              <a:srgbClr val="12304C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>
            <a:extLst>
              <a:ext uri="{FF2B5EF4-FFF2-40B4-BE49-F238E27FC236}">
                <a16:creationId xmlns:a16="http://schemas.microsoft.com/office/drawing/2014/main" id="{20030E70-D697-C049-1D40-37FBCAB1CDAB}"/>
              </a:ext>
            </a:extLst>
          </p:cNvPr>
          <p:cNvSpPr txBox="1"/>
          <p:nvPr/>
        </p:nvSpPr>
        <p:spPr>
          <a:xfrm>
            <a:off x="6268272" y="2046712"/>
            <a:ext cx="3287708" cy="3867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29000"/>
              </a:lnSpc>
            </a:pPr>
            <a:r>
              <a:rPr lang="en-US" sz="1600" spc="37">
                <a:solidFill>
                  <a:srgbClr val="FFFFFF"/>
                </a:solidFill>
                <a:latin typeface="Nunito" pitchFamily="2" charset="77"/>
              </a:rPr>
              <a:t>FRIDA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rgbClr val="FFFFFF"/>
                </a:solidFill>
                <a:latin typeface="Nunito" pitchFamily="2" charset="77"/>
              </a:rPr>
              <a:t>Our Understanding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rgbClr val="FFFFFF"/>
                </a:solidFill>
                <a:latin typeface="Nunito" pitchFamily="2" charset="77"/>
              </a:rPr>
              <a:t>Our Proposal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rgbClr val="FFFFFF"/>
                </a:solidFill>
                <a:latin typeface="Nunito" pitchFamily="2" charset="77"/>
              </a:rPr>
              <a:t>Solution Architecture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rgbClr val="FFFFFF"/>
                </a:solidFill>
                <a:latin typeface="Nunito" pitchFamily="2" charset="77"/>
              </a:rPr>
              <a:t>Our Methodology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rgbClr val="FFFFFF"/>
                </a:solidFill>
                <a:latin typeface="Nunito" pitchFamily="2" charset="77"/>
              </a:rPr>
              <a:t>FRIDA Business Model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rgbClr val="FFFFFF"/>
                </a:solidFill>
                <a:latin typeface="Nunito" pitchFamily="2" charset="77"/>
              </a:rPr>
              <a:t>Economic Proposal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CCAACEB-4379-0A47-03BA-DDF7D877DC73}"/>
              </a:ext>
            </a:extLst>
          </p:cNvPr>
          <p:cNvSpPr txBox="1"/>
          <p:nvPr/>
        </p:nvSpPr>
        <p:spPr>
          <a:xfrm>
            <a:off x="5678792" y="2046712"/>
            <a:ext cx="706935" cy="3867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29000"/>
              </a:lnSpc>
            </a:pPr>
            <a:r>
              <a:rPr lang="en-US" sz="1600" spc="37">
                <a:solidFill>
                  <a:schemeClr val="bg1">
                    <a:lumMod val="85000"/>
                  </a:schemeClr>
                </a:solidFill>
                <a:latin typeface="Nunito" pitchFamily="2" charset="77"/>
              </a:rPr>
              <a:t>1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chemeClr val="bg1">
                    <a:lumMod val="85000"/>
                  </a:schemeClr>
                </a:solidFill>
                <a:latin typeface="Nunito" pitchFamily="2" charset="77"/>
              </a:rPr>
              <a:t>2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chemeClr val="bg1">
                    <a:lumMod val="85000"/>
                  </a:schemeClr>
                </a:solidFill>
                <a:latin typeface="Nunito" pitchFamily="2" charset="77"/>
              </a:rPr>
              <a:t>3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chemeClr val="bg1">
                    <a:lumMod val="85000"/>
                  </a:schemeClr>
                </a:solidFill>
                <a:latin typeface="Nunito" pitchFamily="2" charset="77"/>
              </a:rPr>
              <a:t>4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chemeClr val="bg1">
                    <a:lumMod val="85000"/>
                  </a:schemeClr>
                </a:solidFill>
                <a:latin typeface="Nunito" pitchFamily="2" charset="77"/>
              </a:rPr>
              <a:t>5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chemeClr val="bg1">
                    <a:lumMod val="85000"/>
                  </a:schemeClr>
                </a:solidFill>
                <a:latin typeface="Nunito" pitchFamily="2" charset="77"/>
              </a:rPr>
              <a:t>6</a:t>
            </a:r>
          </a:p>
          <a:p>
            <a:pPr>
              <a:lnSpc>
                <a:spcPct val="229000"/>
              </a:lnSpc>
            </a:pPr>
            <a:r>
              <a:rPr lang="en-US" sz="1600" spc="37">
                <a:solidFill>
                  <a:schemeClr val="bg1">
                    <a:lumMod val="85000"/>
                  </a:schemeClr>
                </a:solidFill>
                <a:latin typeface="Nunito" pitchFamily="2" charset="77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49460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239476" y="1707574"/>
            <a:ext cx="834537" cy="766237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200">
              <a:latin typeface="Nunito" pitchFamily="2" charset="77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2200209" y="1891779"/>
            <a:ext cx="1036959" cy="1011352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301420" y="1990492"/>
            <a:ext cx="834537" cy="81392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8940838" y="1935906"/>
            <a:ext cx="1036959" cy="1011352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9042050" y="2034619"/>
            <a:ext cx="834537" cy="81392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10001064" y="1935906"/>
            <a:ext cx="1036959" cy="1011352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10102276" y="2034619"/>
            <a:ext cx="834537" cy="81392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8940838" y="2900263"/>
            <a:ext cx="1036959" cy="1011352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9042050" y="2998975"/>
            <a:ext cx="834537" cy="81392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10001064" y="2900263"/>
            <a:ext cx="1036959" cy="1011352"/>
          </a:xfrm>
          <a:prstGeom prst="rect">
            <a:avLst/>
          </a:prstGeom>
        </p:spPr>
      </p:pic>
      <p:sp>
        <p:nvSpPr>
          <p:cNvPr id="27" name="Freeform 27"/>
          <p:cNvSpPr/>
          <p:nvPr/>
        </p:nvSpPr>
        <p:spPr>
          <a:xfrm>
            <a:off x="10102275" y="2998975"/>
            <a:ext cx="834537" cy="81392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1067" y="0"/>
                </a:moveTo>
                <a:lnTo>
                  <a:pt x="661733" y="0"/>
                </a:lnTo>
                <a:cubicBezTo>
                  <a:pt x="701799" y="0"/>
                  <a:pt x="740223" y="15916"/>
                  <a:pt x="768554" y="44246"/>
                </a:cubicBezTo>
                <a:cubicBezTo>
                  <a:pt x="796884" y="72577"/>
                  <a:pt x="812800" y="111001"/>
                  <a:pt x="812800" y="151067"/>
                </a:cubicBezTo>
                <a:lnTo>
                  <a:pt x="812800" y="661733"/>
                </a:lnTo>
                <a:cubicBezTo>
                  <a:pt x="812800" y="701799"/>
                  <a:pt x="796884" y="740223"/>
                  <a:pt x="768554" y="768554"/>
                </a:cubicBezTo>
                <a:cubicBezTo>
                  <a:pt x="740223" y="796884"/>
                  <a:pt x="701799" y="812800"/>
                  <a:pt x="661733" y="812800"/>
                </a:cubicBezTo>
                <a:lnTo>
                  <a:pt x="151067" y="812800"/>
                </a:lnTo>
                <a:cubicBezTo>
                  <a:pt x="111001" y="812800"/>
                  <a:pt x="72577" y="796884"/>
                  <a:pt x="44246" y="768554"/>
                </a:cubicBezTo>
                <a:cubicBezTo>
                  <a:pt x="15916" y="740223"/>
                  <a:pt x="0" y="701799"/>
                  <a:pt x="0" y="661733"/>
                </a:cubicBezTo>
                <a:lnTo>
                  <a:pt x="0" y="151067"/>
                </a:lnTo>
                <a:cubicBezTo>
                  <a:pt x="0" y="111001"/>
                  <a:pt x="15916" y="72577"/>
                  <a:pt x="44246" y="44246"/>
                </a:cubicBezTo>
                <a:cubicBezTo>
                  <a:pt x="72577" y="15916"/>
                  <a:pt x="111001" y="0"/>
                  <a:pt x="151067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s-MX"/>
          </a:p>
        </p:txBody>
      </p:sp>
      <p:sp>
        <p:nvSpPr>
          <p:cNvPr id="28" name="TextBox 28"/>
          <p:cNvSpPr txBox="1"/>
          <p:nvPr/>
        </p:nvSpPr>
        <p:spPr>
          <a:xfrm>
            <a:off x="10102275" y="3046666"/>
            <a:ext cx="834537" cy="766238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460402" y="3009901"/>
            <a:ext cx="834537" cy="766237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3415541" y="3159580"/>
            <a:ext cx="1036959" cy="1011352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3516753" y="3258294"/>
            <a:ext cx="834537" cy="81392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4475767" y="3159580"/>
            <a:ext cx="1036959" cy="1011352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4576978" y="3258294"/>
            <a:ext cx="834537" cy="813929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5535993" y="3159580"/>
            <a:ext cx="1036959" cy="1011352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5637205" y="3258294"/>
            <a:ext cx="834537" cy="813929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6596219" y="3159580"/>
            <a:ext cx="1036959" cy="1011352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6697431" y="3258294"/>
            <a:ext cx="834537" cy="813929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7656445" y="3159580"/>
            <a:ext cx="1036959" cy="1011352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7757656" y="3258294"/>
            <a:ext cx="834537" cy="813929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437135" y="4242272"/>
            <a:ext cx="834537" cy="766236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5630958" y="4277382"/>
            <a:ext cx="834537" cy="766237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3420603" y="1934220"/>
            <a:ext cx="1036959" cy="1011352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>
            <a:off x="3521815" y="2032933"/>
            <a:ext cx="834537" cy="813929"/>
            <a:chOff x="0" y="0"/>
            <a:chExt cx="812800" cy="812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65" name="Picture 65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4475185" y="1934220"/>
            <a:ext cx="1036959" cy="1011352"/>
          </a:xfrm>
          <a:prstGeom prst="rect">
            <a:avLst/>
          </a:prstGeom>
        </p:spPr>
      </p:pic>
      <p:grpSp>
        <p:nvGrpSpPr>
          <p:cNvPr id="66" name="Group 66"/>
          <p:cNvGrpSpPr/>
          <p:nvPr/>
        </p:nvGrpSpPr>
        <p:grpSpPr>
          <a:xfrm>
            <a:off x="4576396" y="2032933"/>
            <a:ext cx="834537" cy="813929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69" name="Picture 69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5535409" y="1934220"/>
            <a:ext cx="1036959" cy="1011352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>
            <a:off x="5636621" y="2032933"/>
            <a:ext cx="834537" cy="813929"/>
            <a:chOff x="0" y="0"/>
            <a:chExt cx="812800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73" name="Picture 73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6595635" y="1934220"/>
            <a:ext cx="1036959" cy="1011352"/>
          </a:xfrm>
          <a:prstGeom prst="rect">
            <a:avLst/>
          </a:prstGeom>
        </p:spPr>
      </p:pic>
      <p:grpSp>
        <p:nvGrpSpPr>
          <p:cNvPr id="74" name="Group 74"/>
          <p:cNvGrpSpPr/>
          <p:nvPr/>
        </p:nvGrpSpPr>
        <p:grpSpPr>
          <a:xfrm>
            <a:off x="6715154" y="2032933"/>
            <a:ext cx="834537" cy="813929"/>
            <a:chOff x="0" y="0"/>
            <a:chExt cx="812800" cy="812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pic>
        <p:nvPicPr>
          <p:cNvPr id="77" name="Picture 77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7655861" y="1934220"/>
            <a:ext cx="1036959" cy="1011352"/>
          </a:xfrm>
          <a:prstGeom prst="rect">
            <a:avLst/>
          </a:prstGeom>
        </p:spPr>
      </p:pic>
      <p:grpSp>
        <p:nvGrpSpPr>
          <p:cNvPr id="78" name="Group 78"/>
          <p:cNvGrpSpPr/>
          <p:nvPr/>
        </p:nvGrpSpPr>
        <p:grpSpPr>
          <a:xfrm>
            <a:off x="7757656" y="2032933"/>
            <a:ext cx="834537" cy="813929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sp>
        <p:nvSpPr>
          <p:cNvPr id="82" name="Freeform 82"/>
          <p:cNvSpPr/>
          <p:nvPr/>
        </p:nvSpPr>
        <p:spPr>
          <a:xfrm>
            <a:off x="1239477" y="1026701"/>
            <a:ext cx="1891745" cy="460809"/>
          </a:xfrm>
          <a:prstGeom prst="roundRect">
            <a:avLst>
              <a:gd name="adj" fmla="val 31061"/>
            </a:avLst>
          </a:prstGeom>
          <a:solidFill>
            <a:srgbClr val="EBEBEB">
              <a:alpha val="60000"/>
            </a:srgbClr>
          </a:solidFill>
        </p:spPr>
        <p:txBody>
          <a:bodyPr/>
          <a:lstStyle/>
          <a:p>
            <a:endParaRPr lang="es-MX"/>
          </a:p>
        </p:txBody>
      </p:sp>
      <p:sp>
        <p:nvSpPr>
          <p:cNvPr id="83" name="TextBox 83"/>
          <p:cNvSpPr txBox="1"/>
          <p:nvPr/>
        </p:nvSpPr>
        <p:spPr>
          <a:xfrm>
            <a:off x="1244212" y="1126038"/>
            <a:ext cx="834537" cy="766238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200">
              <a:latin typeface="Nunito" pitchFamily="2" charset="77"/>
            </a:endParaRPr>
          </a:p>
        </p:txBody>
      </p:sp>
      <p:sp>
        <p:nvSpPr>
          <p:cNvPr id="85" name="Freeform 85"/>
          <p:cNvSpPr/>
          <p:nvPr/>
        </p:nvSpPr>
        <p:spPr>
          <a:xfrm>
            <a:off x="9042049" y="1026701"/>
            <a:ext cx="1894763" cy="460809"/>
          </a:xfrm>
          <a:prstGeom prst="roundRect">
            <a:avLst>
              <a:gd name="adj" fmla="val 26515"/>
            </a:avLst>
          </a:prstGeom>
          <a:solidFill>
            <a:srgbClr val="EBEBEB">
              <a:alpha val="60000"/>
            </a:srgbClr>
          </a:solidFill>
        </p:spPr>
        <p:txBody>
          <a:bodyPr/>
          <a:lstStyle/>
          <a:p>
            <a:endParaRPr lang="es-MX"/>
          </a:p>
        </p:txBody>
      </p:sp>
      <p:sp>
        <p:nvSpPr>
          <p:cNvPr id="86" name="TextBox 86"/>
          <p:cNvSpPr txBox="1"/>
          <p:nvPr/>
        </p:nvSpPr>
        <p:spPr>
          <a:xfrm>
            <a:off x="9042050" y="1126038"/>
            <a:ext cx="834537" cy="766238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200">
              <a:latin typeface="Nunito" pitchFamily="2" charset="77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9042050" y="1707574"/>
            <a:ext cx="834537" cy="766237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200">
              <a:latin typeface="Nunito" pitchFamily="2" charset="77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3521815" y="1026701"/>
            <a:ext cx="5075115" cy="460809"/>
          </a:xfrm>
          <a:prstGeom prst="roundRect">
            <a:avLst>
              <a:gd name="adj" fmla="val 31061"/>
            </a:avLst>
          </a:prstGeom>
          <a:solidFill>
            <a:srgbClr val="EBEBEB">
              <a:alpha val="60000"/>
            </a:srgbClr>
          </a:solidFill>
        </p:spPr>
        <p:txBody>
          <a:bodyPr/>
          <a:lstStyle/>
          <a:p>
            <a:endParaRPr lang="es-MX"/>
          </a:p>
        </p:txBody>
      </p:sp>
      <p:sp>
        <p:nvSpPr>
          <p:cNvPr id="93" name="TextBox 93"/>
          <p:cNvSpPr txBox="1"/>
          <p:nvPr/>
        </p:nvSpPr>
        <p:spPr>
          <a:xfrm>
            <a:off x="3415541" y="1126038"/>
            <a:ext cx="834537" cy="766238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200">
              <a:latin typeface="Nunito" pitchFamily="2" charset="77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4481532" y="4242272"/>
            <a:ext cx="834537" cy="766236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pic>
        <p:nvPicPr>
          <p:cNvPr id="127" name="Picture 12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0739" y="1978573"/>
            <a:ext cx="85851" cy="124113"/>
          </a:xfrm>
          <a:prstGeom prst="rect">
            <a:avLst/>
          </a:prstGeom>
        </p:spPr>
      </p:pic>
      <p:sp>
        <p:nvSpPr>
          <p:cNvPr id="128" name="TextBox 128"/>
          <p:cNvSpPr txBox="1"/>
          <p:nvPr/>
        </p:nvSpPr>
        <p:spPr>
          <a:xfrm>
            <a:off x="1254336" y="1112516"/>
            <a:ext cx="1878994" cy="28918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1067"/>
              </a:lnSpc>
            </a:pPr>
            <a:r>
              <a:rPr lang="en-US" sz="1100">
                <a:solidFill>
                  <a:srgbClr val="000000"/>
                </a:solidFill>
                <a:latin typeface="Nunito" pitchFamily="2" charset="77"/>
              </a:rPr>
              <a:t>Automation Demand Management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9052173" y="1127706"/>
            <a:ext cx="1884639" cy="289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7"/>
              </a:lnSpc>
            </a:pPr>
            <a:r>
              <a:rPr lang="en-US" sz="1100">
                <a:solidFill>
                  <a:srgbClr val="000000"/>
                </a:solidFill>
                <a:latin typeface="Nunito" pitchFamily="2" charset="77"/>
              </a:rPr>
              <a:t>Unified Automation</a:t>
            </a:r>
          </a:p>
          <a:p>
            <a:pPr algn="ctr">
              <a:lnSpc>
                <a:spcPts val="1067"/>
              </a:lnSpc>
            </a:pPr>
            <a:r>
              <a:rPr lang="en-US" sz="1100">
                <a:solidFill>
                  <a:srgbClr val="000000"/>
                </a:solidFill>
                <a:latin typeface="Nunito" pitchFamily="2" charset="77"/>
              </a:rPr>
              <a:t>Governance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300513-9F7B-9FB2-E252-5C05355633A3}"/>
              </a:ext>
            </a:extLst>
          </p:cNvPr>
          <p:cNvGrpSpPr/>
          <p:nvPr/>
        </p:nvGrpSpPr>
        <p:grpSpPr>
          <a:xfrm>
            <a:off x="1143001" y="1891779"/>
            <a:ext cx="1036959" cy="1011352"/>
            <a:chOff x="704152" y="2407533"/>
            <a:chExt cx="1130089" cy="113008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10999"/>
            </a:blip>
            <a:srcRect/>
            <a:stretch>
              <a:fillRect/>
            </a:stretch>
          </p:blipFill>
          <p:spPr>
            <a:xfrm>
              <a:off x="704152" y="2407533"/>
              <a:ext cx="1130089" cy="1130089"/>
            </a:xfrm>
            <a:prstGeom prst="rect">
              <a:avLst/>
            </a:prstGeom>
          </p:spPr>
        </p:pic>
        <p:grpSp>
          <p:nvGrpSpPr>
            <p:cNvPr id="6" name="Group 6"/>
            <p:cNvGrpSpPr/>
            <p:nvPr/>
          </p:nvGrpSpPr>
          <p:grpSpPr>
            <a:xfrm>
              <a:off x="814453" y="2517834"/>
              <a:ext cx="909487" cy="909487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51067" y="0"/>
                    </a:moveTo>
                    <a:lnTo>
                      <a:pt x="661733" y="0"/>
                    </a:lnTo>
                    <a:cubicBezTo>
                      <a:pt x="701799" y="0"/>
                      <a:pt x="740223" y="15916"/>
                      <a:pt x="768554" y="44246"/>
                    </a:cubicBezTo>
                    <a:cubicBezTo>
                      <a:pt x="796884" y="72577"/>
                      <a:pt x="812800" y="111001"/>
                      <a:pt x="812800" y="151067"/>
                    </a:cubicBezTo>
                    <a:lnTo>
                      <a:pt x="812800" y="661733"/>
                    </a:lnTo>
                    <a:cubicBezTo>
                      <a:pt x="812800" y="701799"/>
                      <a:pt x="796884" y="740223"/>
                      <a:pt x="768554" y="768554"/>
                    </a:cubicBezTo>
                    <a:cubicBezTo>
                      <a:pt x="740223" y="796884"/>
                      <a:pt x="701799" y="812800"/>
                      <a:pt x="661733" y="812800"/>
                    </a:cubicBezTo>
                    <a:lnTo>
                      <a:pt x="151067" y="812800"/>
                    </a:lnTo>
                    <a:cubicBezTo>
                      <a:pt x="111001" y="812800"/>
                      <a:pt x="72577" y="796884"/>
                      <a:pt x="44246" y="768554"/>
                    </a:cubicBezTo>
                    <a:cubicBezTo>
                      <a:pt x="15916" y="740223"/>
                      <a:pt x="0" y="701799"/>
                      <a:pt x="0" y="661733"/>
                    </a:cubicBezTo>
                    <a:lnTo>
                      <a:pt x="0" y="151067"/>
                    </a:lnTo>
                    <a:cubicBezTo>
                      <a:pt x="0" y="111001"/>
                      <a:pt x="15916" y="72577"/>
                      <a:pt x="44246" y="44246"/>
                    </a:cubicBezTo>
                    <a:cubicBezTo>
                      <a:pt x="72577" y="15916"/>
                      <a:pt x="111001" y="0"/>
                      <a:pt x="1510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47625"/>
                <a:ext cx="812800" cy="765175"/>
              </a:xfrm>
              <a:prstGeom prst="rect">
                <a:avLst/>
              </a:prstGeom>
            </p:spPr>
            <p:txBody>
              <a:bodyPr lIns="26779" tIns="26779" rIns="26779" bIns="26779" rtlCol="0" anchor="ctr"/>
              <a:lstStyle/>
              <a:p>
                <a:pPr algn="ctr">
                  <a:lnSpc>
                    <a:spcPts val="853"/>
                  </a:lnSpc>
                </a:pPr>
                <a:endParaRPr sz="1100">
                  <a:latin typeface="Nunito" pitchFamily="2" charset="77"/>
                </a:endParaRPr>
              </a:p>
            </p:txBody>
          </p:sp>
        </p:grpSp>
        <p:sp>
          <p:nvSpPr>
            <p:cNvPr id="130" name="TextBox 130"/>
            <p:cNvSpPr txBox="1"/>
            <p:nvPr/>
          </p:nvSpPr>
          <p:spPr>
            <a:xfrm>
              <a:off x="814453" y="3157972"/>
              <a:ext cx="906625" cy="135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900">
                  <a:solidFill>
                    <a:srgbClr val="000000"/>
                  </a:solidFill>
                  <a:latin typeface="Nunito" pitchFamily="2" charset="77"/>
                </a:rPr>
                <a:t>Innotek</a:t>
              </a:r>
            </a:p>
          </p:txBody>
        </p:sp>
      </p:grpSp>
      <p:sp>
        <p:nvSpPr>
          <p:cNvPr id="131" name="TextBox 131"/>
          <p:cNvSpPr txBox="1"/>
          <p:nvPr/>
        </p:nvSpPr>
        <p:spPr>
          <a:xfrm>
            <a:off x="2301419" y="2563372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RPA Calculator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9057235" y="2543206"/>
            <a:ext cx="831911" cy="25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Intelligent RPA </a:t>
            </a:r>
            <a:r>
              <a:rPr lang="en-US" sz="900" err="1">
                <a:solidFill>
                  <a:srgbClr val="000000"/>
                </a:solidFill>
                <a:latin typeface="Nunito" pitchFamily="2" charset="77"/>
              </a:rPr>
              <a:t>CoE</a:t>
            </a: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 Controller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0114442" y="2543205"/>
            <a:ext cx="831911" cy="25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FRIDA Flight Control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057168" y="3571854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FRIDA Admin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0114375" y="3571854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Password Vault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3420603" y="4477016"/>
            <a:ext cx="1036959" cy="1011352"/>
          </a:xfrm>
          <a:prstGeom prst="rect">
            <a:avLst/>
          </a:prstGeom>
        </p:spPr>
      </p:pic>
      <p:sp>
        <p:nvSpPr>
          <p:cNvPr id="138" name="Freeform 138"/>
          <p:cNvSpPr/>
          <p:nvPr/>
        </p:nvSpPr>
        <p:spPr>
          <a:xfrm>
            <a:off x="3516753" y="4575730"/>
            <a:ext cx="834537" cy="81392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1067" y="0"/>
                </a:moveTo>
                <a:lnTo>
                  <a:pt x="661733" y="0"/>
                </a:lnTo>
                <a:cubicBezTo>
                  <a:pt x="701799" y="0"/>
                  <a:pt x="740223" y="15916"/>
                  <a:pt x="768554" y="44246"/>
                </a:cubicBezTo>
                <a:cubicBezTo>
                  <a:pt x="796884" y="72577"/>
                  <a:pt x="812800" y="111001"/>
                  <a:pt x="812800" y="151067"/>
                </a:cubicBezTo>
                <a:lnTo>
                  <a:pt x="812800" y="661733"/>
                </a:lnTo>
                <a:cubicBezTo>
                  <a:pt x="812800" y="701799"/>
                  <a:pt x="796884" y="740223"/>
                  <a:pt x="768554" y="768554"/>
                </a:cubicBezTo>
                <a:cubicBezTo>
                  <a:pt x="740223" y="796884"/>
                  <a:pt x="701799" y="812800"/>
                  <a:pt x="661733" y="812800"/>
                </a:cubicBezTo>
                <a:lnTo>
                  <a:pt x="151067" y="812800"/>
                </a:lnTo>
                <a:cubicBezTo>
                  <a:pt x="111001" y="812800"/>
                  <a:pt x="72577" y="796884"/>
                  <a:pt x="44246" y="768554"/>
                </a:cubicBezTo>
                <a:cubicBezTo>
                  <a:pt x="15916" y="740223"/>
                  <a:pt x="0" y="701799"/>
                  <a:pt x="0" y="661733"/>
                </a:cubicBezTo>
                <a:lnTo>
                  <a:pt x="0" y="151067"/>
                </a:lnTo>
                <a:cubicBezTo>
                  <a:pt x="0" y="111001"/>
                  <a:pt x="15916" y="72577"/>
                  <a:pt x="44246" y="44246"/>
                </a:cubicBezTo>
                <a:cubicBezTo>
                  <a:pt x="72577" y="15916"/>
                  <a:pt x="111001" y="0"/>
                  <a:pt x="151067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s-MX"/>
          </a:p>
        </p:txBody>
      </p:sp>
      <p:sp>
        <p:nvSpPr>
          <p:cNvPr id="139" name="TextBox 139"/>
          <p:cNvSpPr txBox="1"/>
          <p:nvPr/>
        </p:nvSpPr>
        <p:spPr>
          <a:xfrm>
            <a:off x="3516753" y="4623420"/>
            <a:ext cx="834537" cy="766238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sp>
        <p:nvSpPr>
          <p:cNvPr id="142" name="TextBox 142"/>
          <p:cNvSpPr txBox="1"/>
          <p:nvPr/>
        </p:nvSpPr>
        <p:spPr>
          <a:xfrm>
            <a:off x="3503936" y="5169975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Paperless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3524441" y="2556647"/>
            <a:ext cx="831911" cy="38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Automated </a:t>
            </a:r>
          </a:p>
          <a:p>
            <a:pPr algn="ctr">
              <a:lnSpc>
                <a:spcPts val="9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Decision-Making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4533545" y="2556647"/>
            <a:ext cx="938441" cy="38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"/>
              </a:lnSpc>
            </a:pPr>
            <a:r>
              <a:rPr lang="en-US" sz="900" spc="-17">
                <a:solidFill>
                  <a:srgbClr val="000000"/>
                </a:solidFill>
                <a:latin typeface="Nunito" pitchFamily="2" charset="77"/>
              </a:rPr>
              <a:t>Intelligent Document Management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5543558" y="2620939"/>
            <a:ext cx="1006613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Conversational AI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6694086" y="2620939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Voice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751294" y="2620939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Vision</a:t>
            </a: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4477479" y="4477016"/>
            <a:ext cx="1036959" cy="1011352"/>
          </a:xfrm>
          <a:prstGeom prst="rect">
            <a:avLst/>
          </a:prstGeom>
        </p:spPr>
      </p:pic>
      <p:sp>
        <p:nvSpPr>
          <p:cNvPr id="150" name="Freeform 150"/>
          <p:cNvSpPr/>
          <p:nvPr/>
        </p:nvSpPr>
        <p:spPr>
          <a:xfrm>
            <a:off x="4555425" y="4575730"/>
            <a:ext cx="834537" cy="81392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1067" y="0"/>
                </a:moveTo>
                <a:lnTo>
                  <a:pt x="661733" y="0"/>
                </a:lnTo>
                <a:cubicBezTo>
                  <a:pt x="701799" y="0"/>
                  <a:pt x="740223" y="15916"/>
                  <a:pt x="768554" y="44246"/>
                </a:cubicBezTo>
                <a:cubicBezTo>
                  <a:pt x="796884" y="72577"/>
                  <a:pt x="812800" y="111001"/>
                  <a:pt x="812800" y="151067"/>
                </a:cubicBezTo>
                <a:lnTo>
                  <a:pt x="812800" y="661733"/>
                </a:lnTo>
                <a:cubicBezTo>
                  <a:pt x="812800" y="701799"/>
                  <a:pt x="796884" y="740223"/>
                  <a:pt x="768554" y="768554"/>
                </a:cubicBezTo>
                <a:cubicBezTo>
                  <a:pt x="740223" y="796884"/>
                  <a:pt x="701799" y="812800"/>
                  <a:pt x="661733" y="812800"/>
                </a:cubicBezTo>
                <a:lnTo>
                  <a:pt x="151067" y="812800"/>
                </a:lnTo>
                <a:cubicBezTo>
                  <a:pt x="111001" y="812800"/>
                  <a:pt x="72577" y="796884"/>
                  <a:pt x="44246" y="768554"/>
                </a:cubicBezTo>
                <a:cubicBezTo>
                  <a:pt x="15916" y="740223"/>
                  <a:pt x="0" y="701799"/>
                  <a:pt x="0" y="661733"/>
                </a:cubicBezTo>
                <a:lnTo>
                  <a:pt x="0" y="151067"/>
                </a:lnTo>
                <a:cubicBezTo>
                  <a:pt x="0" y="111001"/>
                  <a:pt x="15916" y="72577"/>
                  <a:pt x="44246" y="44246"/>
                </a:cubicBezTo>
                <a:cubicBezTo>
                  <a:pt x="72577" y="15916"/>
                  <a:pt x="111001" y="0"/>
                  <a:pt x="151067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s-MX"/>
          </a:p>
        </p:txBody>
      </p:sp>
      <p:sp>
        <p:nvSpPr>
          <p:cNvPr id="151" name="TextBox 151"/>
          <p:cNvSpPr txBox="1"/>
          <p:nvPr/>
        </p:nvSpPr>
        <p:spPr>
          <a:xfrm>
            <a:off x="4555425" y="4623420"/>
            <a:ext cx="834537" cy="766238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sp>
        <p:nvSpPr>
          <p:cNvPr id="153" name="TextBox 153"/>
          <p:cNvSpPr txBox="1"/>
          <p:nvPr/>
        </p:nvSpPr>
        <p:spPr>
          <a:xfrm>
            <a:off x="4557859" y="5169975"/>
            <a:ext cx="831911" cy="23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Human In The Loop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3512015" y="3826115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Cognitive RPA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4587427" y="3826115"/>
            <a:ext cx="831911" cy="23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Intelligent Assistant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5644634" y="3826115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FRIDA Engine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6707812" y="3826115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FRIDA Copilot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7765019" y="3826115"/>
            <a:ext cx="831911" cy="23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 err="1">
                <a:solidFill>
                  <a:srgbClr val="000000"/>
                </a:solidFill>
                <a:latin typeface="Nunito" pitchFamily="2" charset="77"/>
              </a:rPr>
              <a:t>GenAI</a:t>
            </a: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 Analytics ​</a:t>
            </a:r>
          </a:p>
        </p:txBody>
      </p:sp>
      <p:pic>
        <p:nvPicPr>
          <p:cNvPr id="159" name="Picture 159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5534354" y="4477016"/>
            <a:ext cx="1036959" cy="1011352"/>
          </a:xfrm>
          <a:prstGeom prst="rect">
            <a:avLst/>
          </a:prstGeom>
        </p:spPr>
      </p:pic>
      <p:sp>
        <p:nvSpPr>
          <p:cNvPr id="161" name="Freeform 161"/>
          <p:cNvSpPr/>
          <p:nvPr/>
        </p:nvSpPr>
        <p:spPr>
          <a:xfrm>
            <a:off x="5635565" y="4575730"/>
            <a:ext cx="834537" cy="81392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1067" y="0"/>
                </a:moveTo>
                <a:lnTo>
                  <a:pt x="661733" y="0"/>
                </a:lnTo>
                <a:cubicBezTo>
                  <a:pt x="701799" y="0"/>
                  <a:pt x="740223" y="15916"/>
                  <a:pt x="768554" y="44246"/>
                </a:cubicBezTo>
                <a:cubicBezTo>
                  <a:pt x="796884" y="72577"/>
                  <a:pt x="812800" y="111001"/>
                  <a:pt x="812800" y="151067"/>
                </a:cubicBezTo>
                <a:lnTo>
                  <a:pt x="812800" y="661733"/>
                </a:lnTo>
                <a:cubicBezTo>
                  <a:pt x="812800" y="701799"/>
                  <a:pt x="796884" y="740223"/>
                  <a:pt x="768554" y="768554"/>
                </a:cubicBezTo>
                <a:cubicBezTo>
                  <a:pt x="740223" y="796884"/>
                  <a:pt x="701799" y="812800"/>
                  <a:pt x="661733" y="812800"/>
                </a:cubicBezTo>
                <a:lnTo>
                  <a:pt x="151067" y="812800"/>
                </a:lnTo>
                <a:cubicBezTo>
                  <a:pt x="111001" y="812800"/>
                  <a:pt x="72577" y="796884"/>
                  <a:pt x="44246" y="768554"/>
                </a:cubicBezTo>
                <a:cubicBezTo>
                  <a:pt x="15916" y="740223"/>
                  <a:pt x="0" y="701799"/>
                  <a:pt x="0" y="661733"/>
                </a:cubicBezTo>
                <a:lnTo>
                  <a:pt x="0" y="151067"/>
                </a:lnTo>
                <a:cubicBezTo>
                  <a:pt x="0" y="111001"/>
                  <a:pt x="15916" y="72577"/>
                  <a:pt x="44246" y="44246"/>
                </a:cubicBezTo>
                <a:cubicBezTo>
                  <a:pt x="72577" y="15916"/>
                  <a:pt x="111001" y="0"/>
                  <a:pt x="151067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s-MX"/>
          </a:p>
        </p:txBody>
      </p:sp>
      <p:sp>
        <p:nvSpPr>
          <p:cNvPr id="162" name="TextBox 162"/>
          <p:cNvSpPr txBox="1"/>
          <p:nvPr/>
        </p:nvSpPr>
        <p:spPr>
          <a:xfrm>
            <a:off x="5635565" y="4623420"/>
            <a:ext cx="834537" cy="766238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sp>
        <p:nvSpPr>
          <p:cNvPr id="164" name="TextBox 164"/>
          <p:cNvSpPr txBox="1"/>
          <p:nvPr/>
        </p:nvSpPr>
        <p:spPr>
          <a:xfrm>
            <a:off x="5630796" y="5169975"/>
            <a:ext cx="831911" cy="23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Cognitive Testing</a:t>
            </a:r>
          </a:p>
        </p:txBody>
      </p:sp>
      <p:pic>
        <p:nvPicPr>
          <p:cNvPr id="165" name="Picture 165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6591230" y="4477016"/>
            <a:ext cx="1036959" cy="1011352"/>
          </a:xfrm>
          <a:prstGeom prst="rect">
            <a:avLst/>
          </a:prstGeom>
        </p:spPr>
      </p:pic>
      <p:grpSp>
        <p:nvGrpSpPr>
          <p:cNvPr id="166" name="Group 166"/>
          <p:cNvGrpSpPr/>
          <p:nvPr/>
        </p:nvGrpSpPr>
        <p:grpSpPr>
          <a:xfrm>
            <a:off x="6692442" y="4575730"/>
            <a:ext cx="834537" cy="813929"/>
            <a:chOff x="0" y="0"/>
            <a:chExt cx="812800" cy="812800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1067" y="0"/>
                  </a:moveTo>
                  <a:lnTo>
                    <a:pt x="661733" y="0"/>
                  </a:lnTo>
                  <a:cubicBezTo>
                    <a:pt x="701799" y="0"/>
                    <a:pt x="740223" y="15916"/>
                    <a:pt x="768554" y="44246"/>
                  </a:cubicBezTo>
                  <a:cubicBezTo>
                    <a:pt x="796884" y="72577"/>
                    <a:pt x="812800" y="111001"/>
                    <a:pt x="812800" y="151067"/>
                  </a:cubicBezTo>
                  <a:lnTo>
                    <a:pt x="812800" y="661733"/>
                  </a:lnTo>
                  <a:cubicBezTo>
                    <a:pt x="812800" y="701799"/>
                    <a:pt x="796884" y="740223"/>
                    <a:pt x="768554" y="768554"/>
                  </a:cubicBezTo>
                  <a:cubicBezTo>
                    <a:pt x="740223" y="796884"/>
                    <a:pt x="701799" y="812800"/>
                    <a:pt x="661733" y="812800"/>
                  </a:cubicBezTo>
                  <a:lnTo>
                    <a:pt x="151067" y="812800"/>
                  </a:lnTo>
                  <a:cubicBezTo>
                    <a:pt x="111001" y="812800"/>
                    <a:pt x="72577" y="796884"/>
                    <a:pt x="44246" y="768554"/>
                  </a:cubicBezTo>
                  <a:cubicBezTo>
                    <a:pt x="15916" y="740223"/>
                    <a:pt x="0" y="701799"/>
                    <a:pt x="0" y="661733"/>
                  </a:cubicBezTo>
                  <a:lnTo>
                    <a:pt x="0" y="151067"/>
                  </a:lnTo>
                  <a:cubicBezTo>
                    <a:pt x="0" y="111001"/>
                    <a:pt x="15916" y="72577"/>
                    <a:pt x="44246" y="44246"/>
                  </a:cubicBezTo>
                  <a:cubicBezTo>
                    <a:pt x="72577" y="15916"/>
                    <a:pt x="111001" y="0"/>
                    <a:pt x="1510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lIns="26779" tIns="26779" rIns="26779" bIns="26779" rtlCol="0" anchor="ctr"/>
            <a:lstStyle/>
            <a:p>
              <a:pPr algn="ctr">
                <a:lnSpc>
                  <a:spcPts val="853"/>
                </a:lnSpc>
              </a:pPr>
              <a:endParaRPr sz="1100">
                <a:latin typeface="Nunito" pitchFamily="2" charset="77"/>
              </a:endParaRPr>
            </a:p>
          </p:txBody>
        </p:sp>
      </p:grpSp>
      <p:sp>
        <p:nvSpPr>
          <p:cNvPr id="170" name="TextBox 170"/>
          <p:cNvSpPr txBox="1"/>
          <p:nvPr/>
        </p:nvSpPr>
        <p:spPr>
          <a:xfrm>
            <a:off x="6702857" y="5169975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AIOps</a:t>
            </a:r>
          </a:p>
        </p:txBody>
      </p:sp>
      <p:pic>
        <p:nvPicPr>
          <p:cNvPr id="171" name="Picture 171"/>
          <p:cNvPicPr>
            <a:picLocks noChangeAspect="1"/>
          </p:cNvPicPr>
          <p:nvPr/>
        </p:nvPicPr>
        <p:blipFill>
          <a:blip r:embed="rId3">
            <a:alphaModFix amt="10999"/>
          </a:blip>
          <a:srcRect/>
          <a:stretch>
            <a:fillRect/>
          </a:stretch>
        </p:blipFill>
        <p:spPr>
          <a:xfrm>
            <a:off x="7648106" y="4477016"/>
            <a:ext cx="1036959" cy="1011352"/>
          </a:xfrm>
          <a:prstGeom prst="rect">
            <a:avLst/>
          </a:prstGeom>
        </p:spPr>
      </p:pic>
      <p:sp>
        <p:nvSpPr>
          <p:cNvPr id="173" name="Freeform 173"/>
          <p:cNvSpPr/>
          <p:nvPr/>
        </p:nvSpPr>
        <p:spPr>
          <a:xfrm>
            <a:off x="7757656" y="4575730"/>
            <a:ext cx="834537" cy="81392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1067" y="0"/>
                </a:moveTo>
                <a:lnTo>
                  <a:pt x="661733" y="0"/>
                </a:lnTo>
                <a:cubicBezTo>
                  <a:pt x="701799" y="0"/>
                  <a:pt x="740223" y="15916"/>
                  <a:pt x="768554" y="44246"/>
                </a:cubicBezTo>
                <a:cubicBezTo>
                  <a:pt x="796884" y="72577"/>
                  <a:pt x="812800" y="111001"/>
                  <a:pt x="812800" y="151067"/>
                </a:cubicBezTo>
                <a:lnTo>
                  <a:pt x="812800" y="661733"/>
                </a:lnTo>
                <a:cubicBezTo>
                  <a:pt x="812800" y="701799"/>
                  <a:pt x="796884" y="740223"/>
                  <a:pt x="768554" y="768554"/>
                </a:cubicBezTo>
                <a:cubicBezTo>
                  <a:pt x="740223" y="796884"/>
                  <a:pt x="701799" y="812800"/>
                  <a:pt x="661733" y="812800"/>
                </a:cubicBezTo>
                <a:lnTo>
                  <a:pt x="151067" y="812800"/>
                </a:lnTo>
                <a:cubicBezTo>
                  <a:pt x="111001" y="812800"/>
                  <a:pt x="72577" y="796884"/>
                  <a:pt x="44246" y="768554"/>
                </a:cubicBezTo>
                <a:cubicBezTo>
                  <a:pt x="15916" y="740223"/>
                  <a:pt x="0" y="701799"/>
                  <a:pt x="0" y="661733"/>
                </a:cubicBezTo>
                <a:lnTo>
                  <a:pt x="0" y="151067"/>
                </a:lnTo>
                <a:cubicBezTo>
                  <a:pt x="0" y="111001"/>
                  <a:pt x="15916" y="72577"/>
                  <a:pt x="44246" y="44246"/>
                </a:cubicBezTo>
                <a:cubicBezTo>
                  <a:pt x="72577" y="15916"/>
                  <a:pt x="111001" y="0"/>
                  <a:pt x="151067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s-MX"/>
          </a:p>
        </p:txBody>
      </p:sp>
      <p:sp>
        <p:nvSpPr>
          <p:cNvPr id="174" name="TextBox 174"/>
          <p:cNvSpPr txBox="1"/>
          <p:nvPr/>
        </p:nvSpPr>
        <p:spPr>
          <a:xfrm>
            <a:off x="7757656" y="4623420"/>
            <a:ext cx="834537" cy="766238"/>
          </a:xfrm>
          <a:prstGeom prst="rect">
            <a:avLst/>
          </a:prstGeom>
        </p:spPr>
        <p:txBody>
          <a:bodyPr lIns="26779" tIns="26779" rIns="26779" bIns="26779" rtlCol="0" anchor="ctr"/>
          <a:lstStyle/>
          <a:p>
            <a:pPr algn="ctr">
              <a:lnSpc>
                <a:spcPts val="853"/>
              </a:lnSpc>
            </a:pPr>
            <a:endParaRPr sz="1100">
              <a:latin typeface="Nunito" pitchFamily="2" charset="77"/>
            </a:endParaRPr>
          </a:p>
        </p:txBody>
      </p:sp>
      <p:sp>
        <p:nvSpPr>
          <p:cNvPr id="175" name="TextBox 175"/>
          <p:cNvSpPr txBox="1"/>
          <p:nvPr/>
        </p:nvSpPr>
        <p:spPr>
          <a:xfrm>
            <a:off x="7756714" y="5169975"/>
            <a:ext cx="831911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Security Audit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3420603" y="1190829"/>
            <a:ext cx="5350009" cy="148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7"/>
              </a:lnSpc>
            </a:pPr>
            <a:r>
              <a:rPr lang="en-US" sz="1100">
                <a:solidFill>
                  <a:srgbClr val="000000"/>
                </a:solidFill>
                <a:latin typeface="Nunito" pitchFamily="2" charset="77"/>
              </a:rPr>
              <a:t>Cognitive Automation Platform</a:t>
            </a:r>
          </a:p>
        </p:txBody>
      </p:sp>
      <p:pic>
        <p:nvPicPr>
          <p:cNvPr id="178" name="Picture 17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27957" y="1978573"/>
            <a:ext cx="85851" cy="124113"/>
          </a:xfrm>
          <a:prstGeom prst="rect">
            <a:avLst/>
          </a:prstGeom>
        </p:spPr>
      </p:pic>
      <p:pic>
        <p:nvPicPr>
          <p:cNvPr id="179" name="Picture 17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71190" y="1978573"/>
            <a:ext cx="85851" cy="124113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32000" y="1978573"/>
            <a:ext cx="85851" cy="124113"/>
          </a:xfrm>
          <a:prstGeom prst="rect">
            <a:avLst/>
          </a:prstGeom>
        </p:spPr>
      </p:pic>
      <p:pic>
        <p:nvPicPr>
          <p:cNvPr id="181" name="Picture 18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96158" y="1978573"/>
            <a:ext cx="85851" cy="124113"/>
          </a:xfrm>
          <a:prstGeom prst="rect">
            <a:avLst/>
          </a:prstGeom>
        </p:spPr>
      </p:pic>
      <p:sp>
        <p:nvSpPr>
          <p:cNvPr id="2" name="TextBox 119">
            <a:extLst>
              <a:ext uri="{FF2B5EF4-FFF2-40B4-BE49-F238E27FC236}">
                <a16:creationId xmlns:a16="http://schemas.microsoft.com/office/drawing/2014/main" id="{AD6137BB-77AC-F8E9-FD70-E6A0D28A7FD8}"/>
              </a:ext>
            </a:extLst>
          </p:cNvPr>
          <p:cNvSpPr txBox="1"/>
          <p:nvPr/>
        </p:nvSpPr>
        <p:spPr>
          <a:xfrm>
            <a:off x="1259398" y="1661355"/>
            <a:ext cx="1891745" cy="2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1000">
                <a:solidFill>
                  <a:srgbClr val="000000"/>
                </a:solidFill>
                <a:latin typeface="Nunito" pitchFamily="2" charset="77"/>
              </a:rPr>
              <a:t>Automation Opportunities Funnel</a:t>
            </a:r>
          </a:p>
        </p:txBody>
      </p:sp>
      <p:sp>
        <p:nvSpPr>
          <p:cNvPr id="3" name="TextBox 120">
            <a:extLst>
              <a:ext uri="{FF2B5EF4-FFF2-40B4-BE49-F238E27FC236}">
                <a16:creationId xmlns:a16="http://schemas.microsoft.com/office/drawing/2014/main" id="{155A4CDD-749B-6BC7-A451-8B5F08CF0E63}"/>
              </a:ext>
            </a:extLst>
          </p:cNvPr>
          <p:cNvSpPr txBox="1"/>
          <p:nvPr/>
        </p:nvSpPr>
        <p:spPr>
          <a:xfrm>
            <a:off x="9355135" y="1661355"/>
            <a:ext cx="1283776" cy="125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1000">
                <a:solidFill>
                  <a:srgbClr val="000000"/>
                </a:solidFill>
                <a:latin typeface="Nunito" pitchFamily="2" charset="77"/>
              </a:rPr>
              <a:t>Service Orchestration</a:t>
            </a:r>
          </a:p>
        </p:txBody>
      </p:sp>
      <p:sp>
        <p:nvSpPr>
          <p:cNvPr id="29" name="TextBox 121">
            <a:extLst>
              <a:ext uri="{FF2B5EF4-FFF2-40B4-BE49-F238E27FC236}">
                <a16:creationId xmlns:a16="http://schemas.microsoft.com/office/drawing/2014/main" id="{587CA7B3-E0FE-71DF-4241-B9AD20BA0F6F}"/>
              </a:ext>
            </a:extLst>
          </p:cNvPr>
          <p:cNvSpPr txBox="1"/>
          <p:nvPr/>
        </p:nvSpPr>
        <p:spPr>
          <a:xfrm>
            <a:off x="3481528" y="4260724"/>
            <a:ext cx="862073" cy="23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Forms &amp; Workflows</a:t>
            </a:r>
          </a:p>
        </p:txBody>
      </p:sp>
      <p:sp>
        <p:nvSpPr>
          <p:cNvPr id="30" name="TextBox 122">
            <a:extLst>
              <a:ext uri="{FF2B5EF4-FFF2-40B4-BE49-F238E27FC236}">
                <a16:creationId xmlns:a16="http://schemas.microsoft.com/office/drawing/2014/main" id="{4C51E3EF-222C-3732-7A18-868CCB44807E}"/>
              </a:ext>
            </a:extLst>
          </p:cNvPr>
          <p:cNvSpPr txBox="1"/>
          <p:nvPr/>
        </p:nvSpPr>
        <p:spPr>
          <a:xfrm>
            <a:off x="4554166" y="4267715"/>
            <a:ext cx="834537" cy="236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 spc="-5">
                <a:solidFill>
                  <a:srgbClr val="000000"/>
                </a:solidFill>
                <a:latin typeface="Nunito" pitchFamily="2" charset="77"/>
              </a:rPr>
              <a:t>Exception Handling</a:t>
            </a:r>
          </a:p>
        </p:txBody>
      </p:sp>
      <p:sp>
        <p:nvSpPr>
          <p:cNvPr id="55" name="TextBox 123">
            <a:extLst>
              <a:ext uri="{FF2B5EF4-FFF2-40B4-BE49-F238E27FC236}">
                <a16:creationId xmlns:a16="http://schemas.microsoft.com/office/drawing/2014/main" id="{33DC3086-817C-2AFA-7F29-BADCABA793CD}"/>
              </a:ext>
            </a:extLst>
          </p:cNvPr>
          <p:cNvSpPr txBox="1"/>
          <p:nvPr/>
        </p:nvSpPr>
        <p:spPr>
          <a:xfrm>
            <a:off x="3774228" y="2965157"/>
            <a:ext cx="1352086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RPA</a:t>
            </a:r>
          </a:p>
        </p:txBody>
      </p:sp>
      <p:sp>
        <p:nvSpPr>
          <p:cNvPr id="56" name="TextBox 124">
            <a:extLst>
              <a:ext uri="{FF2B5EF4-FFF2-40B4-BE49-F238E27FC236}">
                <a16:creationId xmlns:a16="http://schemas.microsoft.com/office/drawing/2014/main" id="{A720CE93-CBF8-6472-99E9-62EC8652C17D}"/>
              </a:ext>
            </a:extLst>
          </p:cNvPr>
          <p:cNvSpPr txBox="1"/>
          <p:nvPr/>
        </p:nvSpPr>
        <p:spPr>
          <a:xfrm>
            <a:off x="5626350" y="4258874"/>
            <a:ext cx="2970579" cy="121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IT</a:t>
            </a:r>
          </a:p>
        </p:txBody>
      </p:sp>
      <p:sp>
        <p:nvSpPr>
          <p:cNvPr id="58" name="TextBox 177">
            <a:extLst>
              <a:ext uri="{FF2B5EF4-FFF2-40B4-BE49-F238E27FC236}">
                <a16:creationId xmlns:a16="http://schemas.microsoft.com/office/drawing/2014/main" id="{59A48E8C-275A-AACD-7F54-0BEB631AE449}"/>
              </a:ext>
            </a:extLst>
          </p:cNvPr>
          <p:cNvSpPr txBox="1"/>
          <p:nvPr/>
        </p:nvSpPr>
        <p:spPr>
          <a:xfrm>
            <a:off x="5080425" y="1661354"/>
            <a:ext cx="1891745" cy="125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1000">
                <a:solidFill>
                  <a:srgbClr val="000000"/>
                </a:solidFill>
                <a:latin typeface="Nunito" pitchFamily="2" charset="77"/>
              </a:rPr>
              <a:t>FRIDA - AI Engine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0AA2E3E-C074-87BE-1D04-C90BE2297A83}"/>
              </a:ext>
            </a:extLst>
          </p:cNvPr>
          <p:cNvCxnSpPr>
            <a:cxnSpLocks/>
          </p:cNvCxnSpPr>
          <p:nvPr/>
        </p:nvCxnSpPr>
        <p:spPr>
          <a:xfrm>
            <a:off x="3526478" y="1737056"/>
            <a:ext cx="1945508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E9614D5-5F20-D365-E36B-2F0C5521A1E4}"/>
              </a:ext>
            </a:extLst>
          </p:cNvPr>
          <p:cNvCxnSpPr>
            <a:cxnSpLocks/>
          </p:cNvCxnSpPr>
          <p:nvPr/>
        </p:nvCxnSpPr>
        <p:spPr>
          <a:xfrm>
            <a:off x="6558630" y="1737056"/>
            <a:ext cx="2029995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A425E8E-D53D-85F2-8D2D-11EE81A56DFD}"/>
              </a:ext>
            </a:extLst>
          </p:cNvPr>
          <p:cNvCxnSpPr>
            <a:cxnSpLocks/>
          </p:cNvCxnSpPr>
          <p:nvPr/>
        </p:nvCxnSpPr>
        <p:spPr>
          <a:xfrm flipV="1">
            <a:off x="3541782" y="3046666"/>
            <a:ext cx="668329" cy="38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52EAD44-09FD-6D4C-B044-9380AB77773B}"/>
              </a:ext>
            </a:extLst>
          </p:cNvPr>
          <p:cNvCxnSpPr>
            <a:cxnSpLocks/>
          </p:cNvCxnSpPr>
          <p:nvPr/>
        </p:nvCxnSpPr>
        <p:spPr>
          <a:xfrm flipV="1">
            <a:off x="7440930" y="3046704"/>
            <a:ext cx="1142274" cy="1297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2A53CE9-02A0-DC08-6759-5BE818064995}"/>
              </a:ext>
            </a:extLst>
          </p:cNvPr>
          <p:cNvCxnSpPr>
            <a:cxnSpLocks/>
          </p:cNvCxnSpPr>
          <p:nvPr/>
        </p:nvCxnSpPr>
        <p:spPr>
          <a:xfrm>
            <a:off x="5635564" y="4323820"/>
            <a:ext cx="1328808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9F24F2C-01F2-543C-4B98-A94D15482A5C}"/>
              </a:ext>
            </a:extLst>
          </p:cNvPr>
          <p:cNvCxnSpPr>
            <a:cxnSpLocks/>
          </p:cNvCxnSpPr>
          <p:nvPr/>
        </p:nvCxnSpPr>
        <p:spPr>
          <a:xfrm>
            <a:off x="7263383" y="4323820"/>
            <a:ext cx="1328808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B9AFA89-046D-61F3-60D8-00012F12C389}"/>
              </a:ext>
            </a:extLst>
          </p:cNvPr>
          <p:cNvCxnSpPr>
            <a:cxnSpLocks/>
          </p:cNvCxnSpPr>
          <p:nvPr/>
        </p:nvCxnSpPr>
        <p:spPr>
          <a:xfrm>
            <a:off x="9042049" y="1737056"/>
            <a:ext cx="206095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6E171CB-1B70-5575-B484-EECC3EA67968}"/>
              </a:ext>
            </a:extLst>
          </p:cNvPr>
          <p:cNvCxnSpPr>
            <a:cxnSpLocks/>
          </p:cNvCxnSpPr>
          <p:nvPr/>
        </p:nvCxnSpPr>
        <p:spPr>
          <a:xfrm>
            <a:off x="10730716" y="1721173"/>
            <a:ext cx="206095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c 86">
            <a:extLst>
              <a:ext uri="{FF2B5EF4-FFF2-40B4-BE49-F238E27FC236}">
                <a16:creationId xmlns:a16="http://schemas.microsoft.com/office/drawing/2014/main" id="{74EE5CE5-C6D5-672B-4A4A-075778D4EA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4749" y="2067857"/>
            <a:ext cx="475951" cy="459904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C693D93E-D26D-D1A1-B5BD-2CCF4E6C75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1703" y="2067857"/>
            <a:ext cx="475951" cy="459904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17BC59B9-89B8-F287-2228-3A3D78D135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6045" y="4628570"/>
            <a:ext cx="475951" cy="459904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DCEAFD3D-56BE-E1CF-E85F-81008DD0A4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7889" y="2067857"/>
            <a:ext cx="471549" cy="459904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783DF623-6E09-F6FF-E6D3-482B3A3644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70846" y="2067857"/>
            <a:ext cx="475951" cy="459904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65E13274-1503-EB05-8EA3-E770B43249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11302" y="2067857"/>
            <a:ext cx="475951" cy="459904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884B3090-FEDE-5C1E-B07F-8E22326C09B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78128" y="2067857"/>
            <a:ext cx="475951" cy="459904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0045F840-4F4B-F875-0AA7-6FA09A1AA32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29529" y="2067857"/>
            <a:ext cx="475951" cy="459904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5B46DA33-8E35-6E2C-A19A-0B3F5D49CE4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08272" y="4628570"/>
            <a:ext cx="475951" cy="459904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5F742F45-8088-6258-0285-47BA1625386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927787" y="2067857"/>
            <a:ext cx="475952" cy="459904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75542AED-EC61-8D61-BCC1-85F0DA2F148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78128" y="4628570"/>
            <a:ext cx="482321" cy="459904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6B6D8274-DA78-E985-BD36-B98C4690BD5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922626" y="3275487"/>
            <a:ext cx="475951" cy="459904"/>
          </a:xfrm>
          <a:prstGeom prst="rect">
            <a:avLst/>
          </a:prstGeom>
        </p:spPr>
      </p:pic>
      <p:pic>
        <p:nvPicPr>
          <p:cNvPr id="177" name="Graphic 176">
            <a:extLst>
              <a:ext uri="{FF2B5EF4-FFF2-40B4-BE49-F238E27FC236}">
                <a16:creationId xmlns:a16="http://schemas.microsoft.com/office/drawing/2014/main" id="{4204450C-9AEF-F48E-F737-D248CAA87CA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750786" y="4628570"/>
            <a:ext cx="475951" cy="459904"/>
          </a:xfrm>
          <a:prstGeom prst="rect">
            <a:avLst/>
          </a:prstGeom>
        </p:spPr>
      </p:pic>
      <p:pic>
        <p:nvPicPr>
          <p:cNvPr id="182" name="Graphic 181">
            <a:extLst>
              <a:ext uri="{FF2B5EF4-FFF2-40B4-BE49-F238E27FC236}">
                <a16:creationId xmlns:a16="http://schemas.microsoft.com/office/drawing/2014/main" id="{C3FF636E-82EC-9CEA-54E3-5FB24AF9F93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282276" y="3100640"/>
            <a:ext cx="475951" cy="459904"/>
          </a:xfrm>
          <a:prstGeom prst="rect">
            <a:avLst/>
          </a:prstGeom>
        </p:spPr>
      </p:pic>
      <p:pic>
        <p:nvPicPr>
          <p:cNvPr id="183" name="Graphic 182">
            <a:extLst>
              <a:ext uri="{FF2B5EF4-FFF2-40B4-BE49-F238E27FC236}">
                <a16:creationId xmlns:a16="http://schemas.microsoft.com/office/drawing/2014/main" id="{F021CE5C-3931-8332-8DF8-29ABA64664C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683277" y="2067857"/>
            <a:ext cx="475951" cy="459904"/>
          </a:xfrm>
          <a:prstGeom prst="rect">
            <a:avLst/>
          </a:prstGeom>
        </p:spPr>
      </p:pic>
      <p:pic>
        <p:nvPicPr>
          <p:cNvPr id="184" name="Graphic 183">
            <a:extLst>
              <a:ext uri="{FF2B5EF4-FFF2-40B4-BE49-F238E27FC236}">
                <a16:creationId xmlns:a16="http://schemas.microsoft.com/office/drawing/2014/main" id="{084D2FB7-1FDD-5E20-0C5A-3C23F55F5AD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219082" y="3073610"/>
            <a:ext cx="497960" cy="459904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D654D11D-B03D-3550-96EE-6E7F9E49C3E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941603" y="4628570"/>
            <a:ext cx="478741" cy="459904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53183996-9AF0-7242-05A2-0C653D640AA0}"/>
              </a:ext>
            </a:extLst>
          </p:cNvPr>
          <p:cNvPicPr>
            <a:picLocks noChangeAspect="1"/>
          </p:cNvPicPr>
          <p:nvPr/>
        </p:nvPicPr>
        <p:blipFill rotWithShape="1">
          <a:blip r:embed="rId39"/>
          <a:srcRect l="18455" t="-619" r="18383" b="619"/>
          <a:stretch/>
        </p:blipFill>
        <p:spPr>
          <a:xfrm>
            <a:off x="5002764" y="388666"/>
            <a:ext cx="2042842" cy="644604"/>
          </a:xfrm>
          <a:prstGeom prst="rect">
            <a:avLst/>
          </a:prstGeom>
        </p:spPr>
      </p:pic>
      <p:sp>
        <p:nvSpPr>
          <p:cNvPr id="53" name="TextBox 177">
            <a:extLst>
              <a:ext uri="{FF2B5EF4-FFF2-40B4-BE49-F238E27FC236}">
                <a16:creationId xmlns:a16="http://schemas.microsoft.com/office/drawing/2014/main" id="{10A134CA-1743-4336-9CAF-2EE6B56F134B}"/>
              </a:ext>
            </a:extLst>
          </p:cNvPr>
          <p:cNvSpPr txBox="1"/>
          <p:nvPr/>
        </p:nvSpPr>
        <p:spPr>
          <a:xfrm>
            <a:off x="5095728" y="5705731"/>
            <a:ext cx="1891745" cy="27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 err="1">
                <a:solidFill>
                  <a:srgbClr val="000000"/>
                </a:solidFill>
                <a:latin typeface="Nunito"/>
                <a:ea typeface="+mn-lt"/>
                <a:cs typeface="+mn-lt"/>
              </a:rPr>
              <a:t>GenAI</a:t>
            </a:r>
            <a:r>
              <a:rPr lang="en-US" sz="1000">
                <a:solidFill>
                  <a:srgbClr val="000000"/>
                </a:solidFill>
                <a:latin typeface="Nunito"/>
                <a:ea typeface="+mn-lt"/>
                <a:cs typeface="+mn-lt"/>
              </a:rPr>
              <a:t> Enterprise Platform</a:t>
            </a:r>
            <a:endParaRPr lang="es-ES"/>
          </a:p>
          <a:p>
            <a:pPr algn="ctr">
              <a:lnSpc>
                <a:spcPts val="867"/>
              </a:lnSpc>
            </a:pPr>
            <a:endParaRPr lang="en-US" sz="1000">
              <a:latin typeface="Nunito"/>
              <a:cs typeface="Calibri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929817-FF6C-78A1-C52D-985CC8C3CCFF}"/>
              </a:ext>
            </a:extLst>
          </p:cNvPr>
          <p:cNvCxnSpPr>
            <a:cxnSpLocks/>
          </p:cNvCxnSpPr>
          <p:nvPr/>
        </p:nvCxnSpPr>
        <p:spPr>
          <a:xfrm>
            <a:off x="1239476" y="5781432"/>
            <a:ext cx="3731958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93C5C4E-E8E1-0330-5604-1ADFB467EE13}"/>
              </a:ext>
            </a:extLst>
          </p:cNvPr>
          <p:cNvCxnSpPr>
            <a:cxnSpLocks/>
          </p:cNvCxnSpPr>
          <p:nvPr/>
        </p:nvCxnSpPr>
        <p:spPr>
          <a:xfrm>
            <a:off x="7157040" y="5781432"/>
            <a:ext cx="3806010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A305DB8-0744-8FC3-DF8B-F6BD5120E0CF}"/>
              </a:ext>
            </a:extLst>
          </p:cNvPr>
          <p:cNvGrpSpPr/>
          <p:nvPr/>
        </p:nvGrpSpPr>
        <p:grpSpPr>
          <a:xfrm>
            <a:off x="1364544" y="5985666"/>
            <a:ext cx="2137405" cy="506993"/>
            <a:chOff x="704152" y="2407533"/>
            <a:chExt cx="1130089" cy="1130089"/>
          </a:xfrm>
        </p:grpSpPr>
        <p:pic>
          <p:nvPicPr>
            <p:cNvPr id="108" name="Picture 5">
              <a:extLst>
                <a:ext uri="{FF2B5EF4-FFF2-40B4-BE49-F238E27FC236}">
                  <a16:creationId xmlns:a16="http://schemas.microsoft.com/office/drawing/2014/main" id="{4E6AA109-D4DF-16BD-E803-4D6398843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999"/>
            </a:blip>
            <a:srcRect/>
            <a:stretch>
              <a:fillRect/>
            </a:stretch>
          </p:blipFill>
          <p:spPr>
            <a:xfrm>
              <a:off x="704152" y="2407533"/>
              <a:ext cx="1130089" cy="1130089"/>
            </a:xfrm>
            <a:prstGeom prst="rect">
              <a:avLst/>
            </a:prstGeom>
          </p:spPr>
        </p:pic>
        <p:grpSp>
          <p:nvGrpSpPr>
            <p:cNvPr id="109" name="Group 6">
              <a:extLst>
                <a:ext uri="{FF2B5EF4-FFF2-40B4-BE49-F238E27FC236}">
                  <a16:creationId xmlns:a16="http://schemas.microsoft.com/office/drawing/2014/main" id="{6EB064B2-9015-4FC6-4816-0E0EAC985664}"/>
                </a:ext>
              </a:extLst>
            </p:cNvPr>
            <p:cNvGrpSpPr/>
            <p:nvPr/>
          </p:nvGrpSpPr>
          <p:grpSpPr>
            <a:xfrm>
              <a:off x="814453" y="2544480"/>
              <a:ext cx="909487" cy="909487"/>
              <a:chOff x="0" y="23813"/>
              <a:chExt cx="812800" cy="812800"/>
            </a:xfrm>
          </p:grpSpPr>
          <p:sp>
            <p:nvSpPr>
              <p:cNvPr id="111" name="Freeform 7">
                <a:extLst>
                  <a:ext uri="{FF2B5EF4-FFF2-40B4-BE49-F238E27FC236}">
                    <a16:creationId xmlns:a16="http://schemas.microsoft.com/office/drawing/2014/main" id="{EB052188-B2EF-21B8-87CD-AFC3447BC8A7}"/>
                  </a:ext>
                </a:extLst>
              </p:cNvPr>
              <p:cNvSpPr/>
              <p:nvPr/>
            </p:nvSpPr>
            <p:spPr>
              <a:xfrm>
                <a:off x="0" y="2381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51067" y="0"/>
                    </a:moveTo>
                    <a:lnTo>
                      <a:pt x="661733" y="0"/>
                    </a:lnTo>
                    <a:cubicBezTo>
                      <a:pt x="701799" y="0"/>
                      <a:pt x="740223" y="15916"/>
                      <a:pt x="768554" y="44246"/>
                    </a:cubicBezTo>
                    <a:cubicBezTo>
                      <a:pt x="796884" y="72577"/>
                      <a:pt x="812800" y="111001"/>
                      <a:pt x="812800" y="151067"/>
                    </a:cubicBezTo>
                    <a:lnTo>
                      <a:pt x="812800" y="661733"/>
                    </a:lnTo>
                    <a:cubicBezTo>
                      <a:pt x="812800" y="701799"/>
                      <a:pt x="796884" y="740223"/>
                      <a:pt x="768554" y="768554"/>
                    </a:cubicBezTo>
                    <a:cubicBezTo>
                      <a:pt x="740223" y="796884"/>
                      <a:pt x="701799" y="812800"/>
                      <a:pt x="661733" y="812800"/>
                    </a:cubicBezTo>
                    <a:lnTo>
                      <a:pt x="151067" y="812800"/>
                    </a:lnTo>
                    <a:cubicBezTo>
                      <a:pt x="111001" y="812800"/>
                      <a:pt x="72577" y="796884"/>
                      <a:pt x="44246" y="768554"/>
                    </a:cubicBezTo>
                    <a:cubicBezTo>
                      <a:pt x="15916" y="740223"/>
                      <a:pt x="0" y="701799"/>
                      <a:pt x="0" y="661733"/>
                    </a:cubicBezTo>
                    <a:lnTo>
                      <a:pt x="0" y="151067"/>
                    </a:lnTo>
                    <a:cubicBezTo>
                      <a:pt x="0" y="111001"/>
                      <a:pt x="15916" y="72577"/>
                      <a:pt x="44246" y="44246"/>
                    </a:cubicBezTo>
                    <a:cubicBezTo>
                      <a:pt x="72577" y="15916"/>
                      <a:pt x="111001" y="0"/>
                      <a:pt x="1510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12" name="TextBox 8">
                <a:extLst>
                  <a:ext uri="{FF2B5EF4-FFF2-40B4-BE49-F238E27FC236}">
                    <a16:creationId xmlns:a16="http://schemas.microsoft.com/office/drawing/2014/main" id="{748A006B-DC41-BC3F-BEC2-183F7B3E118F}"/>
                  </a:ext>
                </a:extLst>
              </p:cNvPr>
              <p:cNvSpPr txBox="1"/>
              <p:nvPr/>
            </p:nvSpPr>
            <p:spPr>
              <a:xfrm>
                <a:off x="0" y="47625"/>
                <a:ext cx="812800" cy="765175"/>
              </a:xfrm>
              <a:prstGeom prst="rect">
                <a:avLst/>
              </a:prstGeom>
            </p:spPr>
            <p:txBody>
              <a:bodyPr lIns="26779" tIns="26779" rIns="26779" bIns="26779" rtlCol="0" anchor="ctr"/>
              <a:lstStyle/>
              <a:p>
                <a:pPr algn="ctr">
                  <a:lnSpc>
                    <a:spcPts val="853"/>
                  </a:lnSpc>
                </a:pPr>
                <a:endParaRPr sz="1100">
                  <a:latin typeface="Nunito" pitchFamily="2" charset="77"/>
                </a:endParaRPr>
              </a:p>
            </p:txBody>
          </p:sp>
        </p:grpSp>
        <p:sp>
          <p:nvSpPr>
            <p:cNvPr id="110" name="TextBox 130">
              <a:extLst>
                <a:ext uri="{FF2B5EF4-FFF2-40B4-BE49-F238E27FC236}">
                  <a16:creationId xmlns:a16="http://schemas.microsoft.com/office/drawing/2014/main" id="{2CF919D0-8EE8-C273-EB5E-DB5AE0D21980}"/>
                </a:ext>
              </a:extLst>
            </p:cNvPr>
            <p:cNvSpPr txBox="1"/>
            <p:nvPr/>
          </p:nvSpPr>
          <p:spPr>
            <a:xfrm>
              <a:off x="815883" y="2872479"/>
              <a:ext cx="906625" cy="27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900">
                  <a:solidFill>
                    <a:srgbClr val="000000"/>
                  </a:solidFill>
                  <a:latin typeface="Nunito" pitchFamily="2" charset="77"/>
                </a:rPr>
                <a:t>Cache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968D2DE-44B1-A66D-CB34-E9FEF93A37D4}"/>
              </a:ext>
            </a:extLst>
          </p:cNvPr>
          <p:cNvGrpSpPr/>
          <p:nvPr/>
        </p:nvGrpSpPr>
        <p:grpSpPr>
          <a:xfrm>
            <a:off x="3194331" y="5985666"/>
            <a:ext cx="2137405" cy="506993"/>
            <a:chOff x="704152" y="2407533"/>
            <a:chExt cx="1130089" cy="1130089"/>
          </a:xfrm>
        </p:grpSpPr>
        <p:pic>
          <p:nvPicPr>
            <p:cNvPr id="194" name="Picture 5">
              <a:extLst>
                <a:ext uri="{FF2B5EF4-FFF2-40B4-BE49-F238E27FC236}">
                  <a16:creationId xmlns:a16="http://schemas.microsoft.com/office/drawing/2014/main" id="{D3608AC6-30AD-AAD5-F073-0D4B12289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999"/>
            </a:blip>
            <a:srcRect/>
            <a:stretch>
              <a:fillRect/>
            </a:stretch>
          </p:blipFill>
          <p:spPr>
            <a:xfrm>
              <a:off x="704152" y="2407533"/>
              <a:ext cx="1130089" cy="1130089"/>
            </a:xfrm>
            <a:prstGeom prst="rect">
              <a:avLst/>
            </a:prstGeom>
          </p:spPr>
        </p:pic>
        <p:grpSp>
          <p:nvGrpSpPr>
            <p:cNvPr id="195" name="Group 6">
              <a:extLst>
                <a:ext uri="{FF2B5EF4-FFF2-40B4-BE49-F238E27FC236}">
                  <a16:creationId xmlns:a16="http://schemas.microsoft.com/office/drawing/2014/main" id="{AF9EF80F-D921-C5DD-AAA8-BEE7AD46B946}"/>
                </a:ext>
              </a:extLst>
            </p:cNvPr>
            <p:cNvGrpSpPr/>
            <p:nvPr/>
          </p:nvGrpSpPr>
          <p:grpSpPr>
            <a:xfrm>
              <a:off x="814453" y="2544480"/>
              <a:ext cx="909487" cy="909487"/>
              <a:chOff x="0" y="23813"/>
              <a:chExt cx="812800" cy="812800"/>
            </a:xfrm>
          </p:grpSpPr>
          <p:sp>
            <p:nvSpPr>
              <p:cNvPr id="197" name="Freeform 7">
                <a:extLst>
                  <a:ext uri="{FF2B5EF4-FFF2-40B4-BE49-F238E27FC236}">
                    <a16:creationId xmlns:a16="http://schemas.microsoft.com/office/drawing/2014/main" id="{AF894599-11BC-E637-6F9F-71027D8BEFAA}"/>
                  </a:ext>
                </a:extLst>
              </p:cNvPr>
              <p:cNvSpPr/>
              <p:nvPr/>
            </p:nvSpPr>
            <p:spPr>
              <a:xfrm>
                <a:off x="0" y="2381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51067" y="0"/>
                    </a:moveTo>
                    <a:lnTo>
                      <a:pt x="661733" y="0"/>
                    </a:lnTo>
                    <a:cubicBezTo>
                      <a:pt x="701799" y="0"/>
                      <a:pt x="740223" y="15916"/>
                      <a:pt x="768554" y="44246"/>
                    </a:cubicBezTo>
                    <a:cubicBezTo>
                      <a:pt x="796884" y="72577"/>
                      <a:pt x="812800" y="111001"/>
                      <a:pt x="812800" y="151067"/>
                    </a:cubicBezTo>
                    <a:lnTo>
                      <a:pt x="812800" y="661733"/>
                    </a:lnTo>
                    <a:cubicBezTo>
                      <a:pt x="812800" y="701799"/>
                      <a:pt x="796884" y="740223"/>
                      <a:pt x="768554" y="768554"/>
                    </a:cubicBezTo>
                    <a:cubicBezTo>
                      <a:pt x="740223" y="796884"/>
                      <a:pt x="701799" y="812800"/>
                      <a:pt x="661733" y="812800"/>
                    </a:cubicBezTo>
                    <a:lnTo>
                      <a:pt x="151067" y="812800"/>
                    </a:lnTo>
                    <a:cubicBezTo>
                      <a:pt x="111001" y="812800"/>
                      <a:pt x="72577" y="796884"/>
                      <a:pt x="44246" y="768554"/>
                    </a:cubicBezTo>
                    <a:cubicBezTo>
                      <a:pt x="15916" y="740223"/>
                      <a:pt x="0" y="701799"/>
                      <a:pt x="0" y="661733"/>
                    </a:cubicBezTo>
                    <a:lnTo>
                      <a:pt x="0" y="151067"/>
                    </a:lnTo>
                    <a:cubicBezTo>
                      <a:pt x="0" y="111001"/>
                      <a:pt x="15916" y="72577"/>
                      <a:pt x="44246" y="44246"/>
                    </a:cubicBezTo>
                    <a:cubicBezTo>
                      <a:pt x="72577" y="15916"/>
                      <a:pt x="111001" y="0"/>
                      <a:pt x="1510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98" name="TextBox 8">
                <a:extLst>
                  <a:ext uri="{FF2B5EF4-FFF2-40B4-BE49-F238E27FC236}">
                    <a16:creationId xmlns:a16="http://schemas.microsoft.com/office/drawing/2014/main" id="{029F0564-3866-3258-BA20-EDBCAD06E2E8}"/>
                  </a:ext>
                </a:extLst>
              </p:cNvPr>
              <p:cNvSpPr txBox="1"/>
              <p:nvPr/>
            </p:nvSpPr>
            <p:spPr>
              <a:xfrm>
                <a:off x="0" y="47625"/>
                <a:ext cx="812800" cy="765175"/>
              </a:xfrm>
              <a:prstGeom prst="rect">
                <a:avLst/>
              </a:prstGeom>
            </p:spPr>
            <p:txBody>
              <a:bodyPr lIns="26779" tIns="26779" rIns="26779" bIns="26779" rtlCol="0" anchor="ctr"/>
              <a:lstStyle/>
              <a:p>
                <a:pPr algn="ctr">
                  <a:lnSpc>
                    <a:spcPts val="853"/>
                  </a:lnSpc>
                </a:pPr>
                <a:endParaRPr sz="1100">
                  <a:latin typeface="Nunito" pitchFamily="2" charset="77"/>
                </a:endParaRPr>
              </a:p>
            </p:txBody>
          </p:sp>
        </p:grpSp>
        <p:sp>
          <p:nvSpPr>
            <p:cNvPr id="196" name="TextBox 130">
              <a:extLst>
                <a:ext uri="{FF2B5EF4-FFF2-40B4-BE49-F238E27FC236}">
                  <a16:creationId xmlns:a16="http://schemas.microsoft.com/office/drawing/2014/main" id="{4DE3309C-B38A-CEA1-5F63-C0BF32BC8DE5}"/>
                </a:ext>
              </a:extLst>
            </p:cNvPr>
            <p:cNvSpPr txBox="1"/>
            <p:nvPr/>
          </p:nvSpPr>
          <p:spPr>
            <a:xfrm>
              <a:off x="815883" y="2872479"/>
              <a:ext cx="906625" cy="27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900">
                  <a:solidFill>
                    <a:srgbClr val="000000"/>
                  </a:solidFill>
                  <a:latin typeface="Nunito" pitchFamily="2" charset="77"/>
                </a:rPr>
                <a:t>Memory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8DB4249-6431-0422-7FCE-E48A60C84458}"/>
              </a:ext>
            </a:extLst>
          </p:cNvPr>
          <p:cNvGrpSpPr/>
          <p:nvPr/>
        </p:nvGrpSpPr>
        <p:grpSpPr>
          <a:xfrm>
            <a:off x="5024118" y="5985666"/>
            <a:ext cx="2137405" cy="506993"/>
            <a:chOff x="704152" y="2407533"/>
            <a:chExt cx="1130089" cy="1130089"/>
          </a:xfrm>
        </p:grpSpPr>
        <p:pic>
          <p:nvPicPr>
            <p:cNvPr id="200" name="Picture 5">
              <a:extLst>
                <a:ext uri="{FF2B5EF4-FFF2-40B4-BE49-F238E27FC236}">
                  <a16:creationId xmlns:a16="http://schemas.microsoft.com/office/drawing/2014/main" id="{FF6FE540-25F5-BDC9-BDBA-5A8BC319F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999"/>
            </a:blip>
            <a:srcRect/>
            <a:stretch>
              <a:fillRect/>
            </a:stretch>
          </p:blipFill>
          <p:spPr>
            <a:xfrm>
              <a:off x="704152" y="2407533"/>
              <a:ext cx="1130089" cy="1130089"/>
            </a:xfrm>
            <a:prstGeom prst="rect">
              <a:avLst/>
            </a:prstGeom>
          </p:spPr>
        </p:pic>
        <p:grpSp>
          <p:nvGrpSpPr>
            <p:cNvPr id="201" name="Group 6">
              <a:extLst>
                <a:ext uri="{FF2B5EF4-FFF2-40B4-BE49-F238E27FC236}">
                  <a16:creationId xmlns:a16="http://schemas.microsoft.com/office/drawing/2014/main" id="{19F61219-CEC6-9C4E-92C9-9EED8ABAFBF8}"/>
                </a:ext>
              </a:extLst>
            </p:cNvPr>
            <p:cNvGrpSpPr/>
            <p:nvPr/>
          </p:nvGrpSpPr>
          <p:grpSpPr>
            <a:xfrm>
              <a:off x="814453" y="2544480"/>
              <a:ext cx="909487" cy="909487"/>
              <a:chOff x="0" y="23813"/>
              <a:chExt cx="812800" cy="812800"/>
            </a:xfrm>
          </p:grpSpPr>
          <p:sp>
            <p:nvSpPr>
              <p:cNvPr id="203" name="Freeform 7">
                <a:extLst>
                  <a:ext uri="{FF2B5EF4-FFF2-40B4-BE49-F238E27FC236}">
                    <a16:creationId xmlns:a16="http://schemas.microsoft.com/office/drawing/2014/main" id="{E4D30AAC-60D6-0AA9-6C60-A33917612A4E}"/>
                  </a:ext>
                </a:extLst>
              </p:cNvPr>
              <p:cNvSpPr/>
              <p:nvPr/>
            </p:nvSpPr>
            <p:spPr>
              <a:xfrm>
                <a:off x="0" y="2381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51067" y="0"/>
                    </a:moveTo>
                    <a:lnTo>
                      <a:pt x="661733" y="0"/>
                    </a:lnTo>
                    <a:cubicBezTo>
                      <a:pt x="701799" y="0"/>
                      <a:pt x="740223" y="15916"/>
                      <a:pt x="768554" y="44246"/>
                    </a:cubicBezTo>
                    <a:cubicBezTo>
                      <a:pt x="796884" y="72577"/>
                      <a:pt x="812800" y="111001"/>
                      <a:pt x="812800" y="151067"/>
                    </a:cubicBezTo>
                    <a:lnTo>
                      <a:pt x="812800" y="661733"/>
                    </a:lnTo>
                    <a:cubicBezTo>
                      <a:pt x="812800" y="701799"/>
                      <a:pt x="796884" y="740223"/>
                      <a:pt x="768554" y="768554"/>
                    </a:cubicBezTo>
                    <a:cubicBezTo>
                      <a:pt x="740223" y="796884"/>
                      <a:pt x="701799" y="812800"/>
                      <a:pt x="661733" y="812800"/>
                    </a:cubicBezTo>
                    <a:lnTo>
                      <a:pt x="151067" y="812800"/>
                    </a:lnTo>
                    <a:cubicBezTo>
                      <a:pt x="111001" y="812800"/>
                      <a:pt x="72577" y="796884"/>
                      <a:pt x="44246" y="768554"/>
                    </a:cubicBezTo>
                    <a:cubicBezTo>
                      <a:pt x="15916" y="740223"/>
                      <a:pt x="0" y="701799"/>
                      <a:pt x="0" y="661733"/>
                    </a:cubicBezTo>
                    <a:lnTo>
                      <a:pt x="0" y="151067"/>
                    </a:lnTo>
                    <a:cubicBezTo>
                      <a:pt x="0" y="111001"/>
                      <a:pt x="15916" y="72577"/>
                      <a:pt x="44246" y="44246"/>
                    </a:cubicBezTo>
                    <a:cubicBezTo>
                      <a:pt x="72577" y="15916"/>
                      <a:pt x="111001" y="0"/>
                      <a:pt x="1510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04" name="TextBox 8">
                <a:extLst>
                  <a:ext uri="{FF2B5EF4-FFF2-40B4-BE49-F238E27FC236}">
                    <a16:creationId xmlns:a16="http://schemas.microsoft.com/office/drawing/2014/main" id="{BD4EB674-D37E-6BA9-7833-ED966E698E90}"/>
                  </a:ext>
                </a:extLst>
              </p:cNvPr>
              <p:cNvSpPr txBox="1"/>
              <p:nvPr/>
            </p:nvSpPr>
            <p:spPr>
              <a:xfrm>
                <a:off x="0" y="47625"/>
                <a:ext cx="812800" cy="765175"/>
              </a:xfrm>
              <a:prstGeom prst="rect">
                <a:avLst/>
              </a:prstGeom>
            </p:spPr>
            <p:txBody>
              <a:bodyPr lIns="26779" tIns="26779" rIns="26779" bIns="26779" rtlCol="0" anchor="ctr"/>
              <a:lstStyle/>
              <a:p>
                <a:pPr algn="ctr">
                  <a:lnSpc>
                    <a:spcPts val="853"/>
                  </a:lnSpc>
                </a:pPr>
                <a:endParaRPr sz="1100">
                  <a:latin typeface="Nunito" pitchFamily="2" charset="77"/>
                </a:endParaRPr>
              </a:p>
            </p:txBody>
          </p:sp>
        </p:grpSp>
        <p:sp>
          <p:nvSpPr>
            <p:cNvPr id="202" name="TextBox 130">
              <a:extLst>
                <a:ext uri="{FF2B5EF4-FFF2-40B4-BE49-F238E27FC236}">
                  <a16:creationId xmlns:a16="http://schemas.microsoft.com/office/drawing/2014/main" id="{B4CDDA79-9A81-6EEF-72D6-AE0A9BF04B89}"/>
                </a:ext>
              </a:extLst>
            </p:cNvPr>
            <p:cNvSpPr txBox="1"/>
            <p:nvPr/>
          </p:nvSpPr>
          <p:spPr>
            <a:xfrm>
              <a:off x="815883" y="2872479"/>
              <a:ext cx="906625" cy="27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900">
                  <a:solidFill>
                    <a:srgbClr val="000000"/>
                  </a:solidFill>
                  <a:latin typeface="Nunito" pitchFamily="2" charset="77"/>
                </a:rPr>
                <a:t>Guardrails​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825D6FD-9991-302A-DACE-B5A2F95EEC0A}"/>
              </a:ext>
            </a:extLst>
          </p:cNvPr>
          <p:cNvGrpSpPr/>
          <p:nvPr/>
        </p:nvGrpSpPr>
        <p:grpSpPr>
          <a:xfrm>
            <a:off x="6853905" y="5985666"/>
            <a:ext cx="2137405" cy="506993"/>
            <a:chOff x="704152" y="2407533"/>
            <a:chExt cx="1130089" cy="1130089"/>
          </a:xfrm>
        </p:grpSpPr>
        <p:pic>
          <p:nvPicPr>
            <p:cNvPr id="206" name="Picture 5">
              <a:extLst>
                <a:ext uri="{FF2B5EF4-FFF2-40B4-BE49-F238E27FC236}">
                  <a16:creationId xmlns:a16="http://schemas.microsoft.com/office/drawing/2014/main" id="{188696D2-B5F8-C8C8-286D-9BCE2F00F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999"/>
            </a:blip>
            <a:srcRect/>
            <a:stretch>
              <a:fillRect/>
            </a:stretch>
          </p:blipFill>
          <p:spPr>
            <a:xfrm>
              <a:off x="704152" y="2407533"/>
              <a:ext cx="1130089" cy="1130089"/>
            </a:xfrm>
            <a:prstGeom prst="rect">
              <a:avLst/>
            </a:prstGeom>
          </p:spPr>
        </p:pic>
        <p:grpSp>
          <p:nvGrpSpPr>
            <p:cNvPr id="207" name="Group 6">
              <a:extLst>
                <a:ext uri="{FF2B5EF4-FFF2-40B4-BE49-F238E27FC236}">
                  <a16:creationId xmlns:a16="http://schemas.microsoft.com/office/drawing/2014/main" id="{4EF7618A-8908-1204-920C-CD7436C6ED19}"/>
                </a:ext>
              </a:extLst>
            </p:cNvPr>
            <p:cNvGrpSpPr/>
            <p:nvPr/>
          </p:nvGrpSpPr>
          <p:grpSpPr>
            <a:xfrm>
              <a:off x="814453" y="2544480"/>
              <a:ext cx="909487" cy="909487"/>
              <a:chOff x="0" y="23813"/>
              <a:chExt cx="812800" cy="812800"/>
            </a:xfrm>
          </p:grpSpPr>
          <p:sp>
            <p:nvSpPr>
              <p:cNvPr id="209" name="Freeform 7">
                <a:extLst>
                  <a:ext uri="{FF2B5EF4-FFF2-40B4-BE49-F238E27FC236}">
                    <a16:creationId xmlns:a16="http://schemas.microsoft.com/office/drawing/2014/main" id="{FDD04C20-087B-BF2B-D4C8-8D7D5A1D65A1}"/>
                  </a:ext>
                </a:extLst>
              </p:cNvPr>
              <p:cNvSpPr/>
              <p:nvPr/>
            </p:nvSpPr>
            <p:spPr>
              <a:xfrm>
                <a:off x="0" y="2381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51067" y="0"/>
                    </a:moveTo>
                    <a:lnTo>
                      <a:pt x="661733" y="0"/>
                    </a:lnTo>
                    <a:cubicBezTo>
                      <a:pt x="701799" y="0"/>
                      <a:pt x="740223" y="15916"/>
                      <a:pt x="768554" y="44246"/>
                    </a:cubicBezTo>
                    <a:cubicBezTo>
                      <a:pt x="796884" y="72577"/>
                      <a:pt x="812800" y="111001"/>
                      <a:pt x="812800" y="151067"/>
                    </a:cubicBezTo>
                    <a:lnTo>
                      <a:pt x="812800" y="661733"/>
                    </a:lnTo>
                    <a:cubicBezTo>
                      <a:pt x="812800" y="701799"/>
                      <a:pt x="796884" y="740223"/>
                      <a:pt x="768554" y="768554"/>
                    </a:cubicBezTo>
                    <a:cubicBezTo>
                      <a:pt x="740223" y="796884"/>
                      <a:pt x="701799" y="812800"/>
                      <a:pt x="661733" y="812800"/>
                    </a:cubicBezTo>
                    <a:lnTo>
                      <a:pt x="151067" y="812800"/>
                    </a:lnTo>
                    <a:cubicBezTo>
                      <a:pt x="111001" y="812800"/>
                      <a:pt x="72577" y="796884"/>
                      <a:pt x="44246" y="768554"/>
                    </a:cubicBezTo>
                    <a:cubicBezTo>
                      <a:pt x="15916" y="740223"/>
                      <a:pt x="0" y="701799"/>
                      <a:pt x="0" y="661733"/>
                    </a:cubicBezTo>
                    <a:lnTo>
                      <a:pt x="0" y="151067"/>
                    </a:lnTo>
                    <a:cubicBezTo>
                      <a:pt x="0" y="111001"/>
                      <a:pt x="15916" y="72577"/>
                      <a:pt x="44246" y="44246"/>
                    </a:cubicBezTo>
                    <a:cubicBezTo>
                      <a:pt x="72577" y="15916"/>
                      <a:pt x="111001" y="0"/>
                      <a:pt x="1510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10" name="TextBox 8">
                <a:extLst>
                  <a:ext uri="{FF2B5EF4-FFF2-40B4-BE49-F238E27FC236}">
                    <a16:creationId xmlns:a16="http://schemas.microsoft.com/office/drawing/2014/main" id="{2D6CD55A-E7E2-74FD-1806-A3335A0085FB}"/>
                  </a:ext>
                </a:extLst>
              </p:cNvPr>
              <p:cNvSpPr txBox="1"/>
              <p:nvPr/>
            </p:nvSpPr>
            <p:spPr>
              <a:xfrm>
                <a:off x="0" y="47625"/>
                <a:ext cx="812800" cy="765175"/>
              </a:xfrm>
              <a:prstGeom prst="rect">
                <a:avLst/>
              </a:prstGeom>
            </p:spPr>
            <p:txBody>
              <a:bodyPr lIns="26779" tIns="26779" rIns="26779" bIns="26779" rtlCol="0" anchor="ctr"/>
              <a:lstStyle/>
              <a:p>
                <a:pPr algn="ctr">
                  <a:lnSpc>
                    <a:spcPts val="853"/>
                  </a:lnSpc>
                </a:pPr>
                <a:endParaRPr sz="1100">
                  <a:latin typeface="Nunito" pitchFamily="2" charset="77"/>
                </a:endParaRPr>
              </a:p>
            </p:txBody>
          </p:sp>
        </p:grpSp>
        <p:sp>
          <p:nvSpPr>
            <p:cNvPr id="208" name="TextBox 130">
              <a:extLst>
                <a:ext uri="{FF2B5EF4-FFF2-40B4-BE49-F238E27FC236}">
                  <a16:creationId xmlns:a16="http://schemas.microsoft.com/office/drawing/2014/main" id="{8C96B472-3776-D0AB-7626-41778F53C928}"/>
                </a:ext>
              </a:extLst>
            </p:cNvPr>
            <p:cNvSpPr txBox="1"/>
            <p:nvPr/>
          </p:nvSpPr>
          <p:spPr>
            <a:xfrm>
              <a:off x="815883" y="2872479"/>
              <a:ext cx="906625" cy="27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900">
                  <a:solidFill>
                    <a:srgbClr val="000000"/>
                  </a:solidFill>
                  <a:latin typeface="Nunito" pitchFamily="2" charset="77"/>
                </a:rPr>
                <a:t>Knowledge bases​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B3FE76F-86A1-FFBC-8FD2-D2806482BED8}"/>
              </a:ext>
            </a:extLst>
          </p:cNvPr>
          <p:cNvGrpSpPr/>
          <p:nvPr/>
        </p:nvGrpSpPr>
        <p:grpSpPr>
          <a:xfrm>
            <a:off x="8683692" y="5985666"/>
            <a:ext cx="2137405" cy="506993"/>
            <a:chOff x="704152" y="2407533"/>
            <a:chExt cx="1130089" cy="1130089"/>
          </a:xfrm>
        </p:grpSpPr>
        <p:pic>
          <p:nvPicPr>
            <p:cNvPr id="212" name="Picture 5">
              <a:extLst>
                <a:ext uri="{FF2B5EF4-FFF2-40B4-BE49-F238E27FC236}">
                  <a16:creationId xmlns:a16="http://schemas.microsoft.com/office/drawing/2014/main" id="{800D3665-4ECD-85BB-E565-E4D28F3FF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999"/>
            </a:blip>
            <a:srcRect/>
            <a:stretch>
              <a:fillRect/>
            </a:stretch>
          </p:blipFill>
          <p:spPr>
            <a:xfrm>
              <a:off x="704152" y="2407533"/>
              <a:ext cx="1130089" cy="1130089"/>
            </a:xfrm>
            <a:prstGeom prst="rect">
              <a:avLst/>
            </a:prstGeom>
          </p:spPr>
        </p:pic>
        <p:grpSp>
          <p:nvGrpSpPr>
            <p:cNvPr id="213" name="Group 6">
              <a:extLst>
                <a:ext uri="{FF2B5EF4-FFF2-40B4-BE49-F238E27FC236}">
                  <a16:creationId xmlns:a16="http://schemas.microsoft.com/office/drawing/2014/main" id="{257DAC55-2AFE-CD23-8D29-B65A4E3E32AB}"/>
                </a:ext>
              </a:extLst>
            </p:cNvPr>
            <p:cNvGrpSpPr/>
            <p:nvPr/>
          </p:nvGrpSpPr>
          <p:grpSpPr>
            <a:xfrm>
              <a:off x="814453" y="2544480"/>
              <a:ext cx="909487" cy="909487"/>
              <a:chOff x="0" y="23813"/>
              <a:chExt cx="812800" cy="812800"/>
            </a:xfrm>
          </p:grpSpPr>
          <p:sp>
            <p:nvSpPr>
              <p:cNvPr id="215" name="Freeform 7">
                <a:extLst>
                  <a:ext uri="{FF2B5EF4-FFF2-40B4-BE49-F238E27FC236}">
                    <a16:creationId xmlns:a16="http://schemas.microsoft.com/office/drawing/2014/main" id="{F684B050-2F65-6D49-F13E-89CE7DF0CA15}"/>
                  </a:ext>
                </a:extLst>
              </p:cNvPr>
              <p:cNvSpPr/>
              <p:nvPr/>
            </p:nvSpPr>
            <p:spPr>
              <a:xfrm>
                <a:off x="0" y="2381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51067" y="0"/>
                    </a:moveTo>
                    <a:lnTo>
                      <a:pt x="661733" y="0"/>
                    </a:lnTo>
                    <a:cubicBezTo>
                      <a:pt x="701799" y="0"/>
                      <a:pt x="740223" y="15916"/>
                      <a:pt x="768554" y="44246"/>
                    </a:cubicBezTo>
                    <a:cubicBezTo>
                      <a:pt x="796884" y="72577"/>
                      <a:pt x="812800" y="111001"/>
                      <a:pt x="812800" y="151067"/>
                    </a:cubicBezTo>
                    <a:lnTo>
                      <a:pt x="812800" y="661733"/>
                    </a:lnTo>
                    <a:cubicBezTo>
                      <a:pt x="812800" y="701799"/>
                      <a:pt x="796884" y="740223"/>
                      <a:pt x="768554" y="768554"/>
                    </a:cubicBezTo>
                    <a:cubicBezTo>
                      <a:pt x="740223" y="796884"/>
                      <a:pt x="701799" y="812800"/>
                      <a:pt x="661733" y="812800"/>
                    </a:cubicBezTo>
                    <a:lnTo>
                      <a:pt x="151067" y="812800"/>
                    </a:lnTo>
                    <a:cubicBezTo>
                      <a:pt x="111001" y="812800"/>
                      <a:pt x="72577" y="796884"/>
                      <a:pt x="44246" y="768554"/>
                    </a:cubicBezTo>
                    <a:cubicBezTo>
                      <a:pt x="15916" y="740223"/>
                      <a:pt x="0" y="701799"/>
                      <a:pt x="0" y="661733"/>
                    </a:cubicBezTo>
                    <a:lnTo>
                      <a:pt x="0" y="151067"/>
                    </a:lnTo>
                    <a:cubicBezTo>
                      <a:pt x="0" y="111001"/>
                      <a:pt x="15916" y="72577"/>
                      <a:pt x="44246" y="44246"/>
                    </a:cubicBezTo>
                    <a:cubicBezTo>
                      <a:pt x="72577" y="15916"/>
                      <a:pt x="111001" y="0"/>
                      <a:pt x="15106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16" name="TextBox 8">
                <a:extLst>
                  <a:ext uri="{FF2B5EF4-FFF2-40B4-BE49-F238E27FC236}">
                    <a16:creationId xmlns:a16="http://schemas.microsoft.com/office/drawing/2014/main" id="{EBD7D084-07B9-B026-1691-4FAF515C9598}"/>
                  </a:ext>
                </a:extLst>
              </p:cNvPr>
              <p:cNvSpPr txBox="1"/>
              <p:nvPr/>
            </p:nvSpPr>
            <p:spPr>
              <a:xfrm>
                <a:off x="0" y="47625"/>
                <a:ext cx="812800" cy="765175"/>
              </a:xfrm>
              <a:prstGeom prst="rect">
                <a:avLst/>
              </a:prstGeom>
            </p:spPr>
            <p:txBody>
              <a:bodyPr lIns="26779" tIns="26779" rIns="26779" bIns="26779" rtlCol="0" anchor="ctr"/>
              <a:lstStyle/>
              <a:p>
                <a:pPr algn="ctr">
                  <a:lnSpc>
                    <a:spcPts val="853"/>
                  </a:lnSpc>
                </a:pPr>
                <a:endParaRPr sz="1100">
                  <a:latin typeface="Nunito" pitchFamily="2" charset="77"/>
                </a:endParaRPr>
              </a:p>
            </p:txBody>
          </p:sp>
        </p:grpSp>
        <p:sp>
          <p:nvSpPr>
            <p:cNvPr id="214" name="TextBox 130">
              <a:extLst>
                <a:ext uri="{FF2B5EF4-FFF2-40B4-BE49-F238E27FC236}">
                  <a16:creationId xmlns:a16="http://schemas.microsoft.com/office/drawing/2014/main" id="{F22EAC94-F28F-F9A2-2B47-AF28F719E6AD}"/>
                </a:ext>
              </a:extLst>
            </p:cNvPr>
            <p:cNvSpPr txBox="1"/>
            <p:nvPr/>
          </p:nvSpPr>
          <p:spPr>
            <a:xfrm>
              <a:off x="815883" y="2872479"/>
              <a:ext cx="906625" cy="27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900" err="1">
                  <a:solidFill>
                    <a:srgbClr val="000000"/>
                  </a:solidFill>
                  <a:latin typeface="Nunito" pitchFamily="2" charset="77"/>
                </a:rPr>
                <a:t>LLMOps</a:t>
              </a:r>
              <a:r>
                <a:rPr lang="en-US" sz="900">
                  <a:solidFill>
                    <a:srgbClr val="000000"/>
                  </a:solidFill>
                  <a:latin typeface="Nunito" pitchFamily="2" charset="77"/>
                </a:rPr>
                <a:t>​</a:t>
              </a:r>
            </a:p>
          </p:txBody>
        </p:sp>
      </p:grp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F22F422F-19D0-06D3-4114-F0B70E9AE91C}"/>
              </a:ext>
            </a:extLst>
          </p:cNvPr>
          <p:cNvCxnSpPr>
            <a:cxnSpLocks/>
          </p:cNvCxnSpPr>
          <p:nvPr/>
        </p:nvCxnSpPr>
        <p:spPr>
          <a:xfrm flipV="1">
            <a:off x="4655668" y="3048001"/>
            <a:ext cx="780666" cy="5217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B427601-3765-EAA7-B97D-BDB9A8277C84}"/>
              </a:ext>
            </a:extLst>
          </p:cNvPr>
          <p:cNvCxnSpPr>
            <a:cxnSpLocks/>
          </p:cNvCxnSpPr>
          <p:nvPr/>
        </p:nvCxnSpPr>
        <p:spPr>
          <a:xfrm flipV="1">
            <a:off x="5628492" y="3052992"/>
            <a:ext cx="1191409" cy="5356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123">
            <a:extLst>
              <a:ext uri="{FF2B5EF4-FFF2-40B4-BE49-F238E27FC236}">
                <a16:creationId xmlns:a16="http://schemas.microsoft.com/office/drawing/2014/main" id="{9A2EDBEE-3CA8-833F-F5A8-0619837D4023}"/>
              </a:ext>
            </a:extLst>
          </p:cNvPr>
          <p:cNvSpPr txBox="1"/>
          <p:nvPr/>
        </p:nvSpPr>
        <p:spPr>
          <a:xfrm>
            <a:off x="6447356" y="2976258"/>
            <a:ext cx="1352086" cy="1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"/>
              </a:lnSpc>
            </a:pPr>
            <a:r>
              <a:rPr lang="en-US" sz="900">
                <a:solidFill>
                  <a:srgbClr val="000000"/>
                </a:solidFill>
                <a:latin typeface="Nunito" pitchFamily="2" charset="77"/>
              </a:rPr>
              <a:t>Gen AI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DB5D78A-5B53-8FE3-EC4D-9BB3E8C80F1E}"/>
              </a:ext>
            </a:extLst>
          </p:cNvPr>
          <p:cNvGrpSpPr/>
          <p:nvPr/>
        </p:nvGrpSpPr>
        <p:grpSpPr>
          <a:xfrm>
            <a:off x="3774228" y="3452976"/>
            <a:ext cx="286282" cy="235862"/>
            <a:chOff x="3887113" y="3521846"/>
            <a:chExt cx="219299" cy="179731"/>
          </a:xfrm>
        </p:grpSpPr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7B1BCA6E-A850-9999-688D-0D47BF094785}"/>
                </a:ext>
              </a:extLst>
            </p:cNvPr>
            <p:cNvSpPr/>
            <p:nvPr/>
          </p:nvSpPr>
          <p:spPr>
            <a:xfrm>
              <a:off x="3887113" y="3521846"/>
              <a:ext cx="219299" cy="179731"/>
            </a:xfrm>
            <a:custGeom>
              <a:avLst/>
              <a:gdLst>
                <a:gd name="connsiteX0" fmla="*/ 206952 w 219301"/>
                <a:gd name="connsiteY0" fmla="*/ 124726 h 179730"/>
                <a:gd name="connsiteX1" fmla="*/ 201674 w 219301"/>
                <a:gd name="connsiteY1" fmla="*/ 124726 h 179730"/>
                <a:gd name="connsiteX2" fmla="*/ 122100 w 219301"/>
                <a:gd name="connsiteY2" fmla="*/ 48658 h 179730"/>
                <a:gd name="connsiteX3" fmla="*/ 122100 w 219301"/>
                <a:gd name="connsiteY3" fmla="*/ 39828 h 179730"/>
                <a:gd name="connsiteX4" fmla="*/ 133055 w 219301"/>
                <a:gd name="connsiteY4" fmla="*/ 21615 h 179730"/>
                <a:gd name="connsiteX5" fmla="*/ 109651 w 219301"/>
                <a:gd name="connsiteY5" fmla="*/ 0 h 179730"/>
                <a:gd name="connsiteX6" fmla="*/ 86247 w 219301"/>
                <a:gd name="connsiteY6" fmla="*/ 21615 h 179730"/>
                <a:gd name="connsiteX7" fmla="*/ 97202 w 219301"/>
                <a:gd name="connsiteY7" fmla="*/ 39828 h 179730"/>
                <a:gd name="connsiteX8" fmla="*/ 97202 w 219301"/>
                <a:gd name="connsiteY8" fmla="*/ 48750 h 179730"/>
                <a:gd name="connsiteX9" fmla="*/ 17727 w 219301"/>
                <a:gd name="connsiteY9" fmla="*/ 124818 h 179730"/>
                <a:gd name="connsiteX10" fmla="*/ 12449 w 219301"/>
                <a:gd name="connsiteY10" fmla="*/ 124818 h 179730"/>
                <a:gd name="connsiteX11" fmla="*/ 0 w 219301"/>
                <a:gd name="connsiteY11" fmla="*/ 136316 h 179730"/>
                <a:gd name="connsiteX12" fmla="*/ 12449 w 219301"/>
                <a:gd name="connsiteY12" fmla="*/ 147813 h 179730"/>
                <a:gd name="connsiteX13" fmla="*/ 17329 w 219301"/>
                <a:gd name="connsiteY13" fmla="*/ 147813 h 179730"/>
                <a:gd name="connsiteX14" fmla="*/ 17329 w 219301"/>
                <a:gd name="connsiteY14" fmla="*/ 157287 h 179730"/>
                <a:gd name="connsiteX15" fmla="*/ 41629 w 219301"/>
                <a:gd name="connsiteY15" fmla="*/ 179730 h 179730"/>
                <a:gd name="connsiteX16" fmla="*/ 177672 w 219301"/>
                <a:gd name="connsiteY16" fmla="*/ 179730 h 179730"/>
                <a:gd name="connsiteX17" fmla="*/ 201973 w 219301"/>
                <a:gd name="connsiteY17" fmla="*/ 157287 h 179730"/>
                <a:gd name="connsiteX18" fmla="*/ 201973 w 219301"/>
                <a:gd name="connsiteY18" fmla="*/ 147813 h 179730"/>
                <a:gd name="connsiteX19" fmla="*/ 206853 w 219301"/>
                <a:gd name="connsiteY19" fmla="*/ 147813 h 179730"/>
                <a:gd name="connsiteX20" fmla="*/ 219302 w 219301"/>
                <a:gd name="connsiteY20" fmla="*/ 136316 h 179730"/>
                <a:gd name="connsiteX21" fmla="*/ 206853 w 219301"/>
                <a:gd name="connsiteY21" fmla="*/ 124818 h 179730"/>
                <a:gd name="connsiteX22" fmla="*/ 177174 w 219301"/>
                <a:gd name="connsiteY22" fmla="*/ 156643 h 179730"/>
                <a:gd name="connsiteX23" fmla="*/ 42227 w 219301"/>
                <a:gd name="connsiteY23" fmla="*/ 157195 h 179730"/>
                <a:gd name="connsiteX24" fmla="*/ 42227 w 219301"/>
                <a:gd name="connsiteY24" fmla="*/ 131809 h 179730"/>
                <a:gd name="connsiteX25" fmla="*/ 108057 w 219301"/>
                <a:gd name="connsiteY25" fmla="*/ 71009 h 179730"/>
                <a:gd name="connsiteX26" fmla="*/ 111344 w 219301"/>
                <a:gd name="connsiteY26" fmla="*/ 71009 h 179730"/>
                <a:gd name="connsiteX27" fmla="*/ 177174 w 219301"/>
                <a:gd name="connsiteY27" fmla="*/ 131809 h 179730"/>
                <a:gd name="connsiteX28" fmla="*/ 177174 w 219301"/>
                <a:gd name="connsiteY28" fmla="*/ 156643 h 179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9301" h="179730">
                  <a:moveTo>
                    <a:pt x="206952" y="124726"/>
                  </a:moveTo>
                  <a:lnTo>
                    <a:pt x="201674" y="124726"/>
                  </a:lnTo>
                  <a:cubicBezTo>
                    <a:pt x="198088" y="85174"/>
                    <a:pt x="164626" y="53349"/>
                    <a:pt x="122100" y="48658"/>
                  </a:cubicBezTo>
                  <a:lnTo>
                    <a:pt x="122100" y="39828"/>
                  </a:lnTo>
                  <a:cubicBezTo>
                    <a:pt x="128673" y="35964"/>
                    <a:pt x="133055" y="29250"/>
                    <a:pt x="133055" y="21615"/>
                  </a:cubicBezTo>
                  <a:cubicBezTo>
                    <a:pt x="133055" y="9658"/>
                    <a:pt x="122598" y="0"/>
                    <a:pt x="109651" y="0"/>
                  </a:cubicBezTo>
                  <a:cubicBezTo>
                    <a:pt x="96704" y="0"/>
                    <a:pt x="86247" y="9658"/>
                    <a:pt x="86247" y="21615"/>
                  </a:cubicBezTo>
                  <a:cubicBezTo>
                    <a:pt x="86247" y="29342"/>
                    <a:pt x="90629" y="36056"/>
                    <a:pt x="97202" y="39828"/>
                  </a:cubicBezTo>
                  <a:lnTo>
                    <a:pt x="97202" y="48750"/>
                  </a:lnTo>
                  <a:cubicBezTo>
                    <a:pt x="54776" y="53441"/>
                    <a:pt x="21313" y="85266"/>
                    <a:pt x="17727" y="124818"/>
                  </a:cubicBezTo>
                  <a:lnTo>
                    <a:pt x="12449" y="124818"/>
                  </a:lnTo>
                  <a:cubicBezTo>
                    <a:pt x="5577" y="124818"/>
                    <a:pt x="0" y="129969"/>
                    <a:pt x="0" y="136316"/>
                  </a:cubicBezTo>
                  <a:cubicBezTo>
                    <a:pt x="0" y="142662"/>
                    <a:pt x="5577" y="147813"/>
                    <a:pt x="12449" y="147813"/>
                  </a:cubicBezTo>
                  <a:lnTo>
                    <a:pt x="17329" y="147813"/>
                  </a:lnTo>
                  <a:lnTo>
                    <a:pt x="17329" y="157287"/>
                  </a:lnTo>
                  <a:cubicBezTo>
                    <a:pt x="17329" y="169705"/>
                    <a:pt x="28284" y="179730"/>
                    <a:pt x="41629" y="179730"/>
                  </a:cubicBezTo>
                  <a:lnTo>
                    <a:pt x="177672" y="179730"/>
                  </a:lnTo>
                  <a:cubicBezTo>
                    <a:pt x="191117" y="179730"/>
                    <a:pt x="201973" y="169613"/>
                    <a:pt x="201973" y="157287"/>
                  </a:cubicBezTo>
                  <a:lnTo>
                    <a:pt x="201973" y="147813"/>
                  </a:lnTo>
                  <a:lnTo>
                    <a:pt x="206853" y="147813"/>
                  </a:lnTo>
                  <a:cubicBezTo>
                    <a:pt x="213724" y="147813"/>
                    <a:pt x="219302" y="142662"/>
                    <a:pt x="219302" y="136316"/>
                  </a:cubicBezTo>
                  <a:cubicBezTo>
                    <a:pt x="219302" y="129969"/>
                    <a:pt x="213724" y="124818"/>
                    <a:pt x="206853" y="124818"/>
                  </a:cubicBezTo>
                  <a:close/>
                  <a:moveTo>
                    <a:pt x="177174" y="156643"/>
                  </a:moveTo>
                  <a:lnTo>
                    <a:pt x="42227" y="157195"/>
                  </a:lnTo>
                  <a:lnTo>
                    <a:pt x="42227" y="131809"/>
                  </a:lnTo>
                  <a:cubicBezTo>
                    <a:pt x="42227" y="98236"/>
                    <a:pt x="71806" y="71009"/>
                    <a:pt x="108057" y="71009"/>
                  </a:cubicBezTo>
                  <a:lnTo>
                    <a:pt x="111344" y="71009"/>
                  </a:lnTo>
                  <a:cubicBezTo>
                    <a:pt x="147695" y="71009"/>
                    <a:pt x="177174" y="98327"/>
                    <a:pt x="177174" y="131809"/>
                  </a:cubicBezTo>
                  <a:lnTo>
                    <a:pt x="177174" y="156643"/>
                  </a:lnTo>
                  <a:close/>
                </a:path>
              </a:pathLst>
            </a:custGeom>
            <a:solidFill>
              <a:srgbClr val="0B24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6914927-40A1-188C-95D3-9140C543F8C3}"/>
                </a:ext>
              </a:extLst>
            </p:cNvPr>
            <p:cNvSpPr/>
            <p:nvPr/>
          </p:nvSpPr>
          <p:spPr>
            <a:xfrm>
              <a:off x="3947077" y="3637459"/>
              <a:ext cx="27885" cy="25754"/>
            </a:xfrm>
            <a:custGeom>
              <a:avLst/>
              <a:gdLst>
                <a:gd name="connsiteX0" fmla="*/ 27886 w 27885"/>
                <a:gd name="connsiteY0" fmla="*/ 12877 h 25754"/>
                <a:gd name="connsiteX1" fmla="*/ 13943 w 27885"/>
                <a:gd name="connsiteY1" fmla="*/ 25755 h 25754"/>
                <a:gd name="connsiteX2" fmla="*/ 0 w 27885"/>
                <a:gd name="connsiteY2" fmla="*/ 12877 h 25754"/>
                <a:gd name="connsiteX3" fmla="*/ 13943 w 27885"/>
                <a:gd name="connsiteY3" fmla="*/ 0 h 25754"/>
                <a:gd name="connsiteX4" fmla="*/ 27886 w 27885"/>
                <a:gd name="connsiteY4" fmla="*/ 12877 h 2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5" h="25754">
                  <a:moveTo>
                    <a:pt x="27886" y="12877"/>
                  </a:moveTo>
                  <a:cubicBezTo>
                    <a:pt x="27886" y="19989"/>
                    <a:pt x="21643" y="25755"/>
                    <a:pt x="13943" y="25755"/>
                  </a:cubicBezTo>
                  <a:cubicBezTo>
                    <a:pt x="6242" y="25755"/>
                    <a:pt x="0" y="19989"/>
                    <a:pt x="0" y="12877"/>
                  </a:cubicBezTo>
                  <a:cubicBezTo>
                    <a:pt x="0" y="5765"/>
                    <a:pt x="6242" y="0"/>
                    <a:pt x="13943" y="0"/>
                  </a:cubicBezTo>
                  <a:cubicBezTo>
                    <a:pt x="21643" y="0"/>
                    <a:pt x="27886" y="5765"/>
                    <a:pt x="27886" y="12877"/>
                  </a:cubicBezTo>
                  <a:close/>
                </a:path>
              </a:pathLst>
            </a:custGeom>
            <a:solidFill>
              <a:srgbClr val="0B24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8F786F83-0044-22ED-61FE-5C6E32799DA9}"/>
                </a:ext>
              </a:extLst>
            </p:cNvPr>
            <p:cNvSpPr/>
            <p:nvPr/>
          </p:nvSpPr>
          <p:spPr>
            <a:xfrm>
              <a:off x="4014320" y="3637362"/>
              <a:ext cx="27885" cy="25754"/>
            </a:xfrm>
            <a:custGeom>
              <a:avLst/>
              <a:gdLst>
                <a:gd name="connsiteX0" fmla="*/ 13943 w 27885"/>
                <a:gd name="connsiteY0" fmla="*/ 0 h 25754"/>
                <a:gd name="connsiteX1" fmla="*/ 0 w 27885"/>
                <a:gd name="connsiteY1" fmla="*/ 12877 h 25754"/>
                <a:gd name="connsiteX2" fmla="*/ 13943 w 27885"/>
                <a:gd name="connsiteY2" fmla="*/ 25755 h 25754"/>
                <a:gd name="connsiteX3" fmla="*/ 27886 w 27885"/>
                <a:gd name="connsiteY3" fmla="*/ 12877 h 25754"/>
                <a:gd name="connsiteX4" fmla="*/ 13943 w 27885"/>
                <a:gd name="connsiteY4" fmla="*/ 0 h 2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5" h="25754">
                  <a:moveTo>
                    <a:pt x="13943" y="0"/>
                  </a:moveTo>
                  <a:cubicBezTo>
                    <a:pt x="6175" y="0"/>
                    <a:pt x="0" y="5795"/>
                    <a:pt x="0" y="12877"/>
                  </a:cubicBezTo>
                  <a:cubicBezTo>
                    <a:pt x="0" y="19960"/>
                    <a:pt x="6274" y="25755"/>
                    <a:pt x="13943" y="25755"/>
                  </a:cubicBezTo>
                  <a:cubicBezTo>
                    <a:pt x="21611" y="25755"/>
                    <a:pt x="27886" y="19960"/>
                    <a:pt x="27886" y="12877"/>
                  </a:cubicBezTo>
                  <a:cubicBezTo>
                    <a:pt x="27886" y="5795"/>
                    <a:pt x="21611" y="0"/>
                    <a:pt x="13943" y="0"/>
                  </a:cubicBezTo>
                  <a:close/>
                </a:path>
              </a:pathLst>
            </a:custGeom>
            <a:solidFill>
              <a:srgbClr val="0B24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D6282775-9D57-CB31-E6B1-950482590A8A}"/>
              </a:ext>
            </a:extLst>
          </p:cNvPr>
          <p:cNvSpPr/>
          <p:nvPr/>
        </p:nvSpPr>
        <p:spPr>
          <a:xfrm>
            <a:off x="4941674" y="3459088"/>
            <a:ext cx="122182" cy="177522"/>
          </a:xfrm>
          <a:custGeom>
            <a:avLst/>
            <a:gdLst>
              <a:gd name="connsiteX0" fmla="*/ 111642 w 122182"/>
              <a:gd name="connsiteY0" fmla="*/ 44519 h 177522"/>
              <a:gd name="connsiteX1" fmla="*/ 65300 w 122182"/>
              <a:gd name="connsiteY1" fmla="*/ 0 h 177522"/>
              <a:gd name="connsiteX2" fmla="*/ 18958 w 122182"/>
              <a:gd name="connsiteY2" fmla="*/ 44519 h 177522"/>
              <a:gd name="connsiteX3" fmla="*/ 34757 w 122182"/>
              <a:gd name="connsiteY3" fmla="*/ 77724 h 177522"/>
              <a:gd name="connsiteX4" fmla="*/ 670 w 122182"/>
              <a:gd name="connsiteY4" fmla="*/ 129969 h 177522"/>
              <a:gd name="connsiteX5" fmla="*/ 0 w 122182"/>
              <a:gd name="connsiteY5" fmla="*/ 160598 h 177522"/>
              <a:gd name="connsiteX6" fmla="*/ 5170 w 122182"/>
              <a:gd name="connsiteY6" fmla="*/ 172556 h 177522"/>
              <a:gd name="connsiteX7" fmla="*/ 17618 w 122182"/>
              <a:gd name="connsiteY7" fmla="*/ 177523 h 177522"/>
              <a:gd name="connsiteX8" fmla="*/ 48736 w 122182"/>
              <a:gd name="connsiteY8" fmla="*/ 177523 h 177522"/>
              <a:gd name="connsiteX9" fmla="*/ 58311 w 122182"/>
              <a:gd name="connsiteY9" fmla="*/ 168325 h 177522"/>
              <a:gd name="connsiteX10" fmla="*/ 48736 w 122182"/>
              <a:gd name="connsiteY10" fmla="*/ 159127 h 177522"/>
              <a:gd name="connsiteX11" fmla="*/ 19245 w 122182"/>
              <a:gd name="connsiteY11" fmla="*/ 159127 h 177522"/>
              <a:gd name="connsiteX12" fmla="*/ 19916 w 122182"/>
              <a:gd name="connsiteY12" fmla="*/ 130981 h 177522"/>
              <a:gd name="connsiteX13" fmla="*/ 65396 w 122182"/>
              <a:gd name="connsiteY13" fmla="*/ 89037 h 177522"/>
              <a:gd name="connsiteX14" fmla="*/ 104366 w 122182"/>
              <a:gd name="connsiteY14" fmla="*/ 108905 h 177522"/>
              <a:gd name="connsiteX15" fmla="*/ 112600 w 122182"/>
              <a:gd name="connsiteY15" fmla="*/ 113320 h 177522"/>
              <a:gd name="connsiteX16" fmla="*/ 117579 w 122182"/>
              <a:gd name="connsiteY16" fmla="*/ 112033 h 177522"/>
              <a:gd name="connsiteX17" fmla="*/ 120834 w 122182"/>
              <a:gd name="connsiteY17" fmla="*/ 99431 h 177522"/>
              <a:gd name="connsiteX18" fmla="*/ 95844 w 122182"/>
              <a:gd name="connsiteY18" fmla="*/ 77816 h 177522"/>
              <a:gd name="connsiteX19" fmla="*/ 111738 w 122182"/>
              <a:gd name="connsiteY19" fmla="*/ 44519 h 177522"/>
              <a:gd name="connsiteX20" fmla="*/ 38204 w 122182"/>
              <a:gd name="connsiteY20" fmla="*/ 44519 h 177522"/>
              <a:gd name="connsiteX21" fmla="*/ 65396 w 122182"/>
              <a:gd name="connsiteY21" fmla="*/ 18396 h 177522"/>
              <a:gd name="connsiteX22" fmla="*/ 92589 w 122182"/>
              <a:gd name="connsiteY22" fmla="*/ 44519 h 177522"/>
              <a:gd name="connsiteX23" fmla="*/ 65396 w 122182"/>
              <a:gd name="connsiteY23" fmla="*/ 70641 h 177522"/>
              <a:gd name="connsiteX24" fmla="*/ 38204 w 122182"/>
              <a:gd name="connsiteY24" fmla="*/ 44519 h 17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2182" h="177522">
                <a:moveTo>
                  <a:pt x="111642" y="44519"/>
                </a:moveTo>
                <a:cubicBezTo>
                  <a:pt x="111642" y="19960"/>
                  <a:pt x="90865" y="0"/>
                  <a:pt x="65300" y="0"/>
                </a:cubicBezTo>
                <a:cubicBezTo>
                  <a:pt x="39736" y="0"/>
                  <a:pt x="18958" y="19960"/>
                  <a:pt x="18958" y="44519"/>
                </a:cubicBezTo>
                <a:cubicBezTo>
                  <a:pt x="18958" y="57764"/>
                  <a:pt x="25182" y="69629"/>
                  <a:pt x="34757" y="77724"/>
                </a:cubicBezTo>
                <a:cubicBezTo>
                  <a:pt x="18001" y="85726"/>
                  <a:pt x="2298" y="101455"/>
                  <a:pt x="670" y="129969"/>
                </a:cubicBezTo>
                <a:cubicBezTo>
                  <a:pt x="192" y="138891"/>
                  <a:pt x="0" y="151584"/>
                  <a:pt x="0" y="160598"/>
                </a:cubicBezTo>
                <a:cubicBezTo>
                  <a:pt x="0" y="165106"/>
                  <a:pt x="1819" y="169337"/>
                  <a:pt x="5170" y="172556"/>
                </a:cubicBezTo>
                <a:cubicBezTo>
                  <a:pt x="8522" y="175775"/>
                  <a:pt x="12926" y="177523"/>
                  <a:pt x="17618" y="177523"/>
                </a:cubicBezTo>
                <a:lnTo>
                  <a:pt x="48736" y="177523"/>
                </a:lnTo>
                <a:cubicBezTo>
                  <a:pt x="54002" y="177523"/>
                  <a:pt x="58311" y="173384"/>
                  <a:pt x="58311" y="168325"/>
                </a:cubicBezTo>
                <a:cubicBezTo>
                  <a:pt x="58311" y="163266"/>
                  <a:pt x="54002" y="159127"/>
                  <a:pt x="48736" y="159127"/>
                </a:cubicBezTo>
                <a:lnTo>
                  <a:pt x="19245" y="159127"/>
                </a:lnTo>
                <a:cubicBezTo>
                  <a:pt x="19245" y="150481"/>
                  <a:pt x="19437" y="139075"/>
                  <a:pt x="19916" y="130981"/>
                </a:cubicBezTo>
                <a:cubicBezTo>
                  <a:pt x="22214" y="90601"/>
                  <a:pt x="60800" y="89037"/>
                  <a:pt x="65396" y="89037"/>
                </a:cubicBezTo>
                <a:cubicBezTo>
                  <a:pt x="65971" y="89037"/>
                  <a:pt x="92301" y="89589"/>
                  <a:pt x="104366" y="108905"/>
                </a:cubicBezTo>
                <a:cubicBezTo>
                  <a:pt x="106185" y="111757"/>
                  <a:pt x="109344" y="113320"/>
                  <a:pt x="112600" y="113320"/>
                </a:cubicBezTo>
                <a:cubicBezTo>
                  <a:pt x="114323" y="113320"/>
                  <a:pt x="115951" y="112860"/>
                  <a:pt x="117579" y="112033"/>
                </a:cubicBezTo>
                <a:cubicBezTo>
                  <a:pt x="122079" y="109365"/>
                  <a:pt x="123515" y="103754"/>
                  <a:pt x="120834" y="99431"/>
                </a:cubicBezTo>
                <a:cubicBezTo>
                  <a:pt x="114132" y="88761"/>
                  <a:pt x="104940" y="82047"/>
                  <a:pt x="95844" y="77816"/>
                </a:cubicBezTo>
                <a:cubicBezTo>
                  <a:pt x="105515" y="69629"/>
                  <a:pt x="111738" y="57856"/>
                  <a:pt x="111738" y="44519"/>
                </a:cubicBezTo>
                <a:close/>
                <a:moveTo>
                  <a:pt x="38204" y="44519"/>
                </a:moveTo>
                <a:cubicBezTo>
                  <a:pt x="38204" y="30170"/>
                  <a:pt x="50364" y="18396"/>
                  <a:pt x="65396" y="18396"/>
                </a:cubicBezTo>
                <a:cubicBezTo>
                  <a:pt x="80428" y="18396"/>
                  <a:pt x="92589" y="30078"/>
                  <a:pt x="92589" y="44519"/>
                </a:cubicBezTo>
                <a:cubicBezTo>
                  <a:pt x="92589" y="58960"/>
                  <a:pt x="80428" y="70641"/>
                  <a:pt x="65396" y="70641"/>
                </a:cubicBezTo>
                <a:cubicBezTo>
                  <a:pt x="50364" y="70641"/>
                  <a:pt x="38204" y="58960"/>
                  <a:pt x="38204" y="44519"/>
                </a:cubicBezTo>
                <a:close/>
              </a:path>
            </a:pathLst>
          </a:custGeom>
          <a:solidFill>
            <a:srgbClr val="0B244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3D7C3150-7C1F-8829-7709-4B493EE1F1EE}"/>
              </a:ext>
            </a:extLst>
          </p:cNvPr>
          <p:cNvSpPr/>
          <p:nvPr/>
        </p:nvSpPr>
        <p:spPr>
          <a:xfrm>
            <a:off x="4859171" y="3405279"/>
            <a:ext cx="302969" cy="285140"/>
          </a:xfrm>
          <a:custGeom>
            <a:avLst/>
            <a:gdLst>
              <a:gd name="connsiteX0" fmla="*/ 258917 w 302969"/>
              <a:gd name="connsiteY0" fmla="*/ 117735 h 285140"/>
              <a:gd name="connsiteX1" fmla="*/ 283667 w 302969"/>
              <a:gd name="connsiteY1" fmla="*/ 136132 h 285140"/>
              <a:gd name="connsiteX2" fmla="*/ 302705 w 302969"/>
              <a:gd name="connsiteY2" fmla="*/ 112217 h 285140"/>
              <a:gd name="connsiteX3" fmla="*/ 286523 w 302969"/>
              <a:gd name="connsiteY3" fmla="*/ 94740 h 285140"/>
              <a:gd name="connsiteX4" fmla="*/ 147545 w 302969"/>
              <a:gd name="connsiteY4" fmla="*/ 0 h 285140"/>
              <a:gd name="connsiteX5" fmla="*/ 0 w 302969"/>
              <a:gd name="connsiteY5" fmla="*/ 142570 h 285140"/>
              <a:gd name="connsiteX6" fmla="*/ 147545 w 302969"/>
              <a:gd name="connsiteY6" fmla="*/ 285140 h 285140"/>
              <a:gd name="connsiteX7" fmla="*/ 263677 w 302969"/>
              <a:gd name="connsiteY7" fmla="*/ 230872 h 285140"/>
              <a:gd name="connsiteX8" fmla="*/ 284619 w 302969"/>
              <a:gd name="connsiteY8" fmla="*/ 218914 h 285140"/>
              <a:gd name="connsiteX9" fmla="*/ 274148 w 302969"/>
              <a:gd name="connsiteY9" fmla="*/ 190400 h 285140"/>
              <a:gd name="connsiteX10" fmla="*/ 244639 w 302969"/>
              <a:gd name="connsiteY10" fmla="*/ 200518 h 285140"/>
              <a:gd name="connsiteX11" fmla="*/ 244639 w 302969"/>
              <a:gd name="connsiteY11" fmla="*/ 218914 h 285140"/>
              <a:gd name="connsiteX12" fmla="*/ 148497 w 302969"/>
              <a:gd name="connsiteY12" fmla="*/ 263065 h 285140"/>
              <a:gd name="connsiteX13" fmla="*/ 24749 w 302969"/>
              <a:gd name="connsiteY13" fmla="*/ 143490 h 285140"/>
              <a:gd name="connsiteX14" fmla="*/ 148497 w 302969"/>
              <a:gd name="connsiteY14" fmla="*/ 23915 h 285140"/>
              <a:gd name="connsiteX15" fmla="*/ 264629 w 302969"/>
              <a:gd name="connsiteY15" fmla="*/ 102099 h 285140"/>
              <a:gd name="connsiteX16" fmla="*/ 258917 w 302969"/>
              <a:gd name="connsiteY16" fmla="*/ 117735 h 28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2969" h="285140">
                <a:moveTo>
                  <a:pt x="258917" y="117735"/>
                </a:moveTo>
                <a:cubicBezTo>
                  <a:pt x="260821" y="129693"/>
                  <a:pt x="272244" y="137971"/>
                  <a:pt x="283667" y="136132"/>
                </a:cubicBezTo>
                <a:cubicBezTo>
                  <a:pt x="296042" y="134292"/>
                  <a:pt x="304609" y="123254"/>
                  <a:pt x="302705" y="112217"/>
                </a:cubicBezTo>
                <a:cubicBezTo>
                  <a:pt x="301753" y="103018"/>
                  <a:pt x="295090" y="96580"/>
                  <a:pt x="286523" y="94740"/>
                </a:cubicBezTo>
                <a:cubicBezTo>
                  <a:pt x="265581" y="38632"/>
                  <a:pt x="210370" y="0"/>
                  <a:pt x="147545" y="0"/>
                </a:cubicBezTo>
                <a:cubicBezTo>
                  <a:pt x="66633" y="0"/>
                  <a:pt x="0" y="63467"/>
                  <a:pt x="0" y="142570"/>
                </a:cubicBezTo>
                <a:cubicBezTo>
                  <a:pt x="0" y="221674"/>
                  <a:pt x="65681" y="285140"/>
                  <a:pt x="147545" y="285140"/>
                </a:cubicBezTo>
                <a:cubicBezTo>
                  <a:pt x="193236" y="285140"/>
                  <a:pt x="235120" y="264905"/>
                  <a:pt x="263677" y="230872"/>
                </a:cubicBezTo>
                <a:cubicBezTo>
                  <a:pt x="272244" y="230872"/>
                  <a:pt x="280811" y="227193"/>
                  <a:pt x="284619" y="218914"/>
                </a:cubicBezTo>
                <a:cubicBezTo>
                  <a:pt x="290330" y="207877"/>
                  <a:pt x="285571" y="194999"/>
                  <a:pt x="274148" y="190400"/>
                </a:cubicBezTo>
                <a:cubicBezTo>
                  <a:pt x="262725" y="184881"/>
                  <a:pt x="249398" y="189480"/>
                  <a:pt x="244639" y="200518"/>
                </a:cubicBezTo>
                <a:cubicBezTo>
                  <a:pt x="241783" y="206037"/>
                  <a:pt x="241783" y="213395"/>
                  <a:pt x="244639" y="218914"/>
                </a:cubicBezTo>
                <a:cubicBezTo>
                  <a:pt x="221793" y="246509"/>
                  <a:pt x="185621" y="263065"/>
                  <a:pt x="148497" y="263065"/>
                </a:cubicBezTo>
                <a:cubicBezTo>
                  <a:pt x="79960" y="263065"/>
                  <a:pt x="24749" y="209716"/>
                  <a:pt x="24749" y="143490"/>
                </a:cubicBezTo>
                <a:cubicBezTo>
                  <a:pt x="24749" y="77264"/>
                  <a:pt x="79960" y="23915"/>
                  <a:pt x="148497" y="23915"/>
                </a:cubicBezTo>
                <a:cubicBezTo>
                  <a:pt x="200851" y="23915"/>
                  <a:pt x="246543" y="56108"/>
                  <a:pt x="264629" y="102099"/>
                </a:cubicBezTo>
                <a:cubicBezTo>
                  <a:pt x="259869" y="105778"/>
                  <a:pt x="257965" y="111297"/>
                  <a:pt x="258917" y="117735"/>
                </a:cubicBezTo>
                <a:close/>
              </a:path>
            </a:pathLst>
          </a:custGeom>
          <a:solidFill>
            <a:srgbClr val="0B244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pic>
        <p:nvPicPr>
          <p:cNvPr id="266" name="Graphic 265" descr="Play with solid fill">
            <a:extLst>
              <a:ext uri="{FF2B5EF4-FFF2-40B4-BE49-F238E27FC236}">
                <a16:creationId xmlns:a16="http://schemas.microsoft.com/office/drawing/2014/main" id="{85E3E21B-678E-AC00-5D91-C2F0571D5560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flipV="1">
            <a:off x="5005735" y="3572251"/>
            <a:ext cx="71508" cy="71508"/>
          </a:xfrm>
          <a:prstGeom prst="rect">
            <a:avLst/>
          </a:prstGeom>
        </p:spPr>
      </p:pic>
      <p:sp>
        <p:nvSpPr>
          <p:cNvPr id="271" name="Freeform: Shape 270">
            <a:extLst>
              <a:ext uri="{FF2B5EF4-FFF2-40B4-BE49-F238E27FC236}">
                <a16:creationId xmlns:a16="http://schemas.microsoft.com/office/drawing/2014/main" id="{7B7A7595-1AB5-336F-DB18-22880F36B834}"/>
              </a:ext>
            </a:extLst>
          </p:cNvPr>
          <p:cNvSpPr/>
          <p:nvPr/>
        </p:nvSpPr>
        <p:spPr>
          <a:xfrm>
            <a:off x="5826095" y="3445173"/>
            <a:ext cx="296485" cy="234367"/>
          </a:xfrm>
          <a:custGeom>
            <a:avLst/>
            <a:gdLst>
              <a:gd name="connsiteX0" fmla="*/ 155065 w 296485"/>
              <a:gd name="connsiteY0" fmla="*/ 211464 h 234367"/>
              <a:gd name="connsiteX1" fmla="*/ 41629 w 296485"/>
              <a:gd name="connsiteY1" fmla="*/ 211464 h 234367"/>
              <a:gd name="connsiteX2" fmla="*/ 24898 w 296485"/>
              <a:gd name="connsiteY2" fmla="*/ 196195 h 234367"/>
              <a:gd name="connsiteX3" fmla="*/ 24898 w 296485"/>
              <a:gd name="connsiteY3" fmla="*/ 68986 h 234367"/>
              <a:gd name="connsiteX4" fmla="*/ 271886 w 296485"/>
              <a:gd name="connsiteY4" fmla="*/ 68986 h 234367"/>
              <a:gd name="connsiteX5" fmla="*/ 284036 w 296485"/>
              <a:gd name="connsiteY5" fmla="*/ 79195 h 234367"/>
              <a:gd name="connsiteX6" fmla="*/ 296485 w 296485"/>
              <a:gd name="connsiteY6" fmla="*/ 67698 h 234367"/>
              <a:gd name="connsiteX7" fmla="*/ 296485 w 296485"/>
              <a:gd name="connsiteY7" fmla="*/ 38264 h 234367"/>
              <a:gd name="connsiteX8" fmla="*/ 254856 w 296485"/>
              <a:gd name="connsiteY8" fmla="*/ 0 h 234367"/>
              <a:gd name="connsiteX9" fmla="*/ 41629 w 296485"/>
              <a:gd name="connsiteY9" fmla="*/ 0 h 234367"/>
              <a:gd name="connsiteX10" fmla="*/ 0 w 296485"/>
              <a:gd name="connsiteY10" fmla="*/ 38264 h 234367"/>
              <a:gd name="connsiteX11" fmla="*/ 0 w 296485"/>
              <a:gd name="connsiteY11" fmla="*/ 196103 h 234367"/>
              <a:gd name="connsiteX12" fmla="*/ 41629 w 296485"/>
              <a:gd name="connsiteY12" fmla="*/ 234367 h 234367"/>
              <a:gd name="connsiteX13" fmla="*/ 155065 w 296485"/>
              <a:gd name="connsiteY13" fmla="*/ 234367 h 234367"/>
              <a:gd name="connsiteX14" fmla="*/ 167514 w 296485"/>
              <a:gd name="connsiteY14" fmla="*/ 222869 h 234367"/>
              <a:gd name="connsiteX15" fmla="*/ 155065 w 296485"/>
              <a:gd name="connsiteY15" fmla="*/ 211372 h 234367"/>
              <a:gd name="connsiteX16" fmla="*/ 41629 w 296485"/>
              <a:gd name="connsiteY16" fmla="*/ 22995 h 234367"/>
              <a:gd name="connsiteX17" fmla="*/ 254856 w 296485"/>
              <a:gd name="connsiteY17" fmla="*/ 22995 h 234367"/>
              <a:gd name="connsiteX18" fmla="*/ 271587 w 296485"/>
              <a:gd name="connsiteY18" fmla="*/ 38264 h 234367"/>
              <a:gd name="connsiteX19" fmla="*/ 271587 w 296485"/>
              <a:gd name="connsiteY19" fmla="*/ 53349 h 234367"/>
              <a:gd name="connsiteX20" fmla="*/ 24898 w 296485"/>
              <a:gd name="connsiteY20" fmla="*/ 53349 h 234367"/>
              <a:gd name="connsiteX21" fmla="*/ 24898 w 296485"/>
              <a:gd name="connsiteY21" fmla="*/ 38264 h 234367"/>
              <a:gd name="connsiteX22" fmla="*/ 41629 w 296485"/>
              <a:gd name="connsiteY22" fmla="*/ 22995 h 23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96485" h="234367">
                <a:moveTo>
                  <a:pt x="155065" y="211464"/>
                </a:moveTo>
                <a:lnTo>
                  <a:pt x="41629" y="211464"/>
                </a:lnTo>
                <a:cubicBezTo>
                  <a:pt x="32367" y="211464"/>
                  <a:pt x="24898" y="204565"/>
                  <a:pt x="24898" y="196195"/>
                </a:cubicBezTo>
                <a:lnTo>
                  <a:pt x="24898" y="68986"/>
                </a:lnTo>
                <a:lnTo>
                  <a:pt x="271886" y="68986"/>
                </a:lnTo>
                <a:cubicBezTo>
                  <a:pt x="272583" y="74688"/>
                  <a:pt x="277663" y="79195"/>
                  <a:pt x="284036" y="79195"/>
                </a:cubicBezTo>
                <a:cubicBezTo>
                  <a:pt x="290908" y="79195"/>
                  <a:pt x="296485" y="74045"/>
                  <a:pt x="296485" y="67698"/>
                </a:cubicBezTo>
                <a:lnTo>
                  <a:pt x="296485" y="38264"/>
                </a:lnTo>
                <a:cubicBezTo>
                  <a:pt x="296485" y="17200"/>
                  <a:pt x="277762" y="0"/>
                  <a:pt x="254856" y="0"/>
                </a:cubicBezTo>
                <a:lnTo>
                  <a:pt x="41629" y="0"/>
                </a:lnTo>
                <a:cubicBezTo>
                  <a:pt x="18624" y="0"/>
                  <a:pt x="0" y="17200"/>
                  <a:pt x="0" y="38264"/>
                </a:cubicBezTo>
                <a:lnTo>
                  <a:pt x="0" y="196103"/>
                </a:lnTo>
                <a:cubicBezTo>
                  <a:pt x="0" y="217167"/>
                  <a:pt x="18723" y="234367"/>
                  <a:pt x="41629" y="234367"/>
                </a:cubicBezTo>
                <a:lnTo>
                  <a:pt x="155065" y="234367"/>
                </a:lnTo>
                <a:cubicBezTo>
                  <a:pt x="161937" y="234367"/>
                  <a:pt x="167514" y="229216"/>
                  <a:pt x="167514" y="222869"/>
                </a:cubicBezTo>
                <a:cubicBezTo>
                  <a:pt x="167514" y="216523"/>
                  <a:pt x="161937" y="211372"/>
                  <a:pt x="155065" y="211372"/>
                </a:cubicBezTo>
                <a:close/>
                <a:moveTo>
                  <a:pt x="41629" y="22995"/>
                </a:moveTo>
                <a:lnTo>
                  <a:pt x="254856" y="22995"/>
                </a:lnTo>
                <a:cubicBezTo>
                  <a:pt x="264118" y="22995"/>
                  <a:pt x="271587" y="29894"/>
                  <a:pt x="271587" y="38264"/>
                </a:cubicBezTo>
                <a:lnTo>
                  <a:pt x="271587" y="53349"/>
                </a:lnTo>
                <a:lnTo>
                  <a:pt x="24898" y="53349"/>
                </a:lnTo>
                <a:lnTo>
                  <a:pt x="24898" y="38264"/>
                </a:lnTo>
                <a:cubicBezTo>
                  <a:pt x="24898" y="29802"/>
                  <a:pt x="32467" y="22995"/>
                  <a:pt x="41629" y="22995"/>
                </a:cubicBezTo>
                <a:close/>
              </a:path>
            </a:pathLst>
          </a:custGeom>
          <a:solidFill>
            <a:srgbClr val="0B244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3CC10D2B-94B2-883C-C0DB-4889E3590551}"/>
              </a:ext>
            </a:extLst>
          </p:cNvPr>
          <p:cNvSpPr/>
          <p:nvPr/>
        </p:nvSpPr>
        <p:spPr>
          <a:xfrm>
            <a:off x="5857366" y="3473870"/>
            <a:ext cx="20715" cy="19132"/>
          </a:xfrm>
          <a:custGeom>
            <a:avLst/>
            <a:gdLst>
              <a:gd name="connsiteX0" fmla="*/ 20715 w 20715"/>
              <a:gd name="connsiteY0" fmla="*/ 9566 h 19132"/>
              <a:gd name="connsiteX1" fmla="*/ 10358 w 20715"/>
              <a:gd name="connsiteY1" fmla="*/ 19132 h 19132"/>
              <a:gd name="connsiteX2" fmla="*/ 0 w 20715"/>
              <a:gd name="connsiteY2" fmla="*/ 9566 h 19132"/>
              <a:gd name="connsiteX3" fmla="*/ 10358 w 20715"/>
              <a:gd name="connsiteY3" fmla="*/ 0 h 19132"/>
              <a:gd name="connsiteX4" fmla="*/ 20715 w 20715"/>
              <a:gd name="connsiteY4" fmla="*/ 9566 h 1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15" h="19132">
                <a:moveTo>
                  <a:pt x="20715" y="9566"/>
                </a:moveTo>
                <a:cubicBezTo>
                  <a:pt x="20715" y="14849"/>
                  <a:pt x="16078" y="19132"/>
                  <a:pt x="10358" y="19132"/>
                </a:cubicBezTo>
                <a:cubicBezTo>
                  <a:pt x="4637" y="19132"/>
                  <a:pt x="0" y="14849"/>
                  <a:pt x="0" y="9566"/>
                </a:cubicBezTo>
                <a:cubicBezTo>
                  <a:pt x="0" y="4283"/>
                  <a:pt x="4637" y="0"/>
                  <a:pt x="10358" y="0"/>
                </a:cubicBezTo>
                <a:cubicBezTo>
                  <a:pt x="16078" y="0"/>
                  <a:pt x="20715" y="4283"/>
                  <a:pt x="20715" y="9566"/>
                </a:cubicBezTo>
                <a:close/>
              </a:path>
            </a:pathLst>
          </a:custGeom>
          <a:solidFill>
            <a:srgbClr val="0B244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448EE031-7484-9196-8BDE-1C20EE195E66}"/>
              </a:ext>
            </a:extLst>
          </p:cNvPr>
          <p:cNvSpPr/>
          <p:nvPr/>
        </p:nvSpPr>
        <p:spPr>
          <a:xfrm>
            <a:off x="5917122" y="3473870"/>
            <a:ext cx="20715" cy="19132"/>
          </a:xfrm>
          <a:custGeom>
            <a:avLst/>
            <a:gdLst>
              <a:gd name="connsiteX0" fmla="*/ 20715 w 20715"/>
              <a:gd name="connsiteY0" fmla="*/ 9566 h 19132"/>
              <a:gd name="connsiteX1" fmla="*/ 10358 w 20715"/>
              <a:gd name="connsiteY1" fmla="*/ 19132 h 19132"/>
              <a:gd name="connsiteX2" fmla="*/ 0 w 20715"/>
              <a:gd name="connsiteY2" fmla="*/ 9566 h 19132"/>
              <a:gd name="connsiteX3" fmla="*/ 10358 w 20715"/>
              <a:gd name="connsiteY3" fmla="*/ 0 h 19132"/>
              <a:gd name="connsiteX4" fmla="*/ 20715 w 20715"/>
              <a:gd name="connsiteY4" fmla="*/ 9566 h 1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15" h="19132">
                <a:moveTo>
                  <a:pt x="20715" y="9566"/>
                </a:moveTo>
                <a:cubicBezTo>
                  <a:pt x="20715" y="14849"/>
                  <a:pt x="16078" y="19132"/>
                  <a:pt x="10358" y="19132"/>
                </a:cubicBezTo>
                <a:cubicBezTo>
                  <a:pt x="4637" y="19132"/>
                  <a:pt x="0" y="14849"/>
                  <a:pt x="0" y="9566"/>
                </a:cubicBezTo>
                <a:cubicBezTo>
                  <a:pt x="0" y="4283"/>
                  <a:pt x="4637" y="0"/>
                  <a:pt x="10358" y="0"/>
                </a:cubicBezTo>
                <a:cubicBezTo>
                  <a:pt x="16078" y="0"/>
                  <a:pt x="20715" y="4283"/>
                  <a:pt x="20715" y="9566"/>
                </a:cubicBezTo>
                <a:close/>
              </a:path>
            </a:pathLst>
          </a:custGeom>
          <a:solidFill>
            <a:srgbClr val="0B244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264B53AB-09D3-C21C-42F0-1B1B59629607}"/>
              </a:ext>
            </a:extLst>
          </p:cNvPr>
          <p:cNvSpPr/>
          <p:nvPr/>
        </p:nvSpPr>
        <p:spPr>
          <a:xfrm>
            <a:off x="5887244" y="3473870"/>
            <a:ext cx="20715" cy="19132"/>
          </a:xfrm>
          <a:custGeom>
            <a:avLst/>
            <a:gdLst>
              <a:gd name="connsiteX0" fmla="*/ 20715 w 20715"/>
              <a:gd name="connsiteY0" fmla="*/ 9566 h 19132"/>
              <a:gd name="connsiteX1" fmla="*/ 10358 w 20715"/>
              <a:gd name="connsiteY1" fmla="*/ 19132 h 19132"/>
              <a:gd name="connsiteX2" fmla="*/ 0 w 20715"/>
              <a:gd name="connsiteY2" fmla="*/ 9566 h 19132"/>
              <a:gd name="connsiteX3" fmla="*/ 10358 w 20715"/>
              <a:gd name="connsiteY3" fmla="*/ 0 h 19132"/>
              <a:gd name="connsiteX4" fmla="*/ 20715 w 20715"/>
              <a:gd name="connsiteY4" fmla="*/ 9566 h 1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15" h="19132">
                <a:moveTo>
                  <a:pt x="20715" y="9566"/>
                </a:moveTo>
                <a:cubicBezTo>
                  <a:pt x="20715" y="14849"/>
                  <a:pt x="16078" y="19132"/>
                  <a:pt x="10358" y="19132"/>
                </a:cubicBezTo>
                <a:cubicBezTo>
                  <a:pt x="4637" y="19132"/>
                  <a:pt x="0" y="14849"/>
                  <a:pt x="0" y="9566"/>
                </a:cubicBezTo>
                <a:cubicBezTo>
                  <a:pt x="0" y="4283"/>
                  <a:pt x="4637" y="0"/>
                  <a:pt x="10358" y="0"/>
                </a:cubicBezTo>
                <a:cubicBezTo>
                  <a:pt x="16078" y="0"/>
                  <a:pt x="20715" y="4283"/>
                  <a:pt x="20715" y="9566"/>
                </a:cubicBezTo>
                <a:close/>
              </a:path>
            </a:pathLst>
          </a:custGeom>
          <a:solidFill>
            <a:srgbClr val="0B244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pic>
        <p:nvPicPr>
          <p:cNvPr id="279" name="Graphic 278" descr="Paint brush with solid fill">
            <a:extLst>
              <a:ext uri="{FF2B5EF4-FFF2-40B4-BE49-F238E27FC236}">
                <a16:creationId xmlns:a16="http://schemas.microsoft.com/office/drawing/2014/main" id="{F17ACB0B-634E-2214-821C-F9711D74C8F7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018686" y="3485179"/>
            <a:ext cx="178588" cy="178588"/>
          </a:xfrm>
          <a:prstGeom prst="rect">
            <a:avLst/>
          </a:prstGeom>
        </p:spPr>
      </p:pic>
      <p:grpSp>
        <p:nvGrpSpPr>
          <p:cNvPr id="301" name="Group 300">
            <a:extLst>
              <a:ext uri="{FF2B5EF4-FFF2-40B4-BE49-F238E27FC236}">
                <a16:creationId xmlns:a16="http://schemas.microsoft.com/office/drawing/2014/main" id="{D8D9D36E-F591-57F5-E128-1D7A9E8D60CD}"/>
              </a:ext>
            </a:extLst>
          </p:cNvPr>
          <p:cNvGrpSpPr/>
          <p:nvPr/>
        </p:nvGrpSpPr>
        <p:grpSpPr>
          <a:xfrm>
            <a:off x="7021681" y="3505440"/>
            <a:ext cx="164548" cy="111021"/>
            <a:chOff x="6884622" y="3478642"/>
            <a:chExt cx="368428" cy="191826"/>
          </a:xfrm>
        </p:grpSpPr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53D7308A-D548-1D6F-73B4-C7A07F41B99E}"/>
                </a:ext>
              </a:extLst>
            </p:cNvPr>
            <p:cNvCxnSpPr/>
            <p:nvPr/>
          </p:nvCxnSpPr>
          <p:spPr>
            <a:xfrm flipH="1">
              <a:off x="6884622" y="3503155"/>
              <a:ext cx="102850" cy="73324"/>
            </a:xfrm>
            <a:prstGeom prst="line">
              <a:avLst/>
            </a:prstGeom>
            <a:ln w="19050">
              <a:solidFill>
                <a:srgbClr val="0B24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F5E0A44A-67E6-C66F-682B-5DE6A7F644F0}"/>
                </a:ext>
              </a:extLst>
            </p:cNvPr>
            <p:cNvCxnSpPr/>
            <p:nvPr/>
          </p:nvCxnSpPr>
          <p:spPr>
            <a:xfrm>
              <a:off x="6884622" y="3573920"/>
              <a:ext cx="91512" cy="64568"/>
            </a:xfrm>
            <a:prstGeom prst="line">
              <a:avLst/>
            </a:prstGeom>
            <a:ln w="19050">
              <a:solidFill>
                <a:srgbClr val="0B24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A978DA85-03DA-98C5-B860-9ADCD10926FF}"/>
                </a:ext>
              </a:extLst>
            </p:cNvPr>
            <p:cNvCxnSpPr>
              <a:cxnSpLocks/>
            </p:cNvCxnSpPr>
            <p:nvPr/>
          </p:nvCxnSpPr>
          <p:spPr>
            <a:xfrm>
              <a:off x="7150200" y="3506171"/>
              <a:ext cx="102850" cy="73324"/>
            </a:xfrm>
            <a:prstGeom prst="line">
              <a:avLst/>
            </a:prstGeom>
            <a:ln w="19050">
              <a:solidFill>
                <a:srgbClr val="0B24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E199AA30-45F7-3F77-D0F1-B22E11A37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0200" y="3576936"/>
              <a:ext cx="91512" cy="64568"/>
            </a:xfrm>
            <a:prstGeom prst="line">
              <a:avLst/>
            </a:prstGeom>
            <a:ln w="19050">
              <a:solidFill>
                <a:srgbClr val="0B24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63E2B293-16F8-1AF4-5D32-EBA7A9398C2A}"/>
                </a:ext>
              </a:extLst>
            </p:cNvPr>
            <p:cNvSpPr/>
            <p:nvPr/>
          </p:nvSpPr>
          <p:spPr>
            <a:xfrm>
              <a:off x="6971476" y="3478642"/>
              <a:ext cx="45719" cy="45719"/>
            </a:xfrm>
            <a:custGeom>
              <a:avLst/>
              <a:gdLst>
                <a:gd name="connsiteX0" fmla="*/ 27886 w 27885"/>
                <a:gd name="connsiteY0" fmla="*/ 12877 h 25754"/>
                <a:gd name="connsiteX1" fmla="*/ 13943 w 27885"/>
                <a:gd name="connsiteY1" fmla="*/ 25755 h 25754"/>
                <a:gd name="connsiteX2" fmla="*/ 0 w 27885"/>
                <a:gd name="connsiteY2" fmla="*/ 12877 h 25754"/>
                <a:gd name="connsiteX3" fmla="*/ 13943 w 27885"/>
                <a:gd name="connsiteY3" fmla="*/ 0 h 25754"/>
                <a:gd name="connsiteX4" fmla="*/ 27886 w 27885"/>
                <a:gd name="connsiteY4" fmla="*/ 12877 h 2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5" h="25754">
                  <a:moveTo>
                    <a:pt x="27886" y="12877"/>
                  </a:moveTo>
                  <a:cubicBezTo>
                    <a:pt x="27886" y="19989"/>
                    <a:pt x="21643" y="25755"/>
                    <a:pt x="13943" y="25755"/>
                  </a:cubicBezTo>
                  <a:cubicBezTo>
                    <a:pt x="6242" y="25755"/>
                    <a:pt x="0" y="19989"/>
                    <a:pt x="0" y="12877"/>
                  </a:cubicBezTo>
                  <a:cubicBezTo>
                    <a:pt x="0" y="5765"/>
                    <a:pt x="6242" y="0"/>
                    <a:pt x="13943" y="0"/>
                  </a:cubicBezTo>
                  <a:cubicBezTo>
                    <a:pt x="21643" y="0"/>
                    <a:pt x="27886" y="5765"/>
                    <a:pt x="27886" y="12877"/>
                  </a:cubicBezTo>
                  <a:close/>
                </a:path>
              </a:pathLst>
            </a:custGeom>
            <a:solidFill>
              <a:srgbClr val="0B24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BE87E325-0955-7426-5B27-A7201E2BE49F}"/>
                </a:ext>
              </a:extLst>
            </p:cNvPr>
            <p:cNvSpPr/>
            <p:nvPr/>
          </p:nvSpPr>
          <p:spPr>
            <a:xfrm>
              <a:off x="7125781" y="3619612"/>
              <a:ext cx="45719" cy="45719"/>
            </a:xfrm>
            <a:custGeom>
              <a:avLst/>
              <a:gdLst>
                <a:gd name="connsiteX0" fmla="*/ 27886 w 27885"/>
                <a:gd name="connsiteY0" fmla="*/ 12877 h 25754"/>
                <a:gd name="connsiteX1" fmla="*/ 13943 w 27885"/>
                <a:gd name="connsiteY1" fmla="*/ 25755 h 25754"/>
                <a:gd name="connsiteX2" fmla="*/ 0 w 27885"/>
                <a:gd name="connsiteY2" fmla="*/ 12877 h 25754"/>
                <a:gd name="connsiteX3" fmla="*/ 13943 w 27885"/>
                <a:gd name="connsiteY3" fmla="*/ 0 h 25754"/>
                <a:gd name="connsiteX4" fmla="*/ 27886 w 27885"/>
                <a:gd name="connsiteY4" fmla="*/ 12877 h 2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5" h="25754">
                  <a:moveTo>
                    <a:pt x="27886" y="12877"/>
                  </a:moveTo>
                  <a:cubicBezTo>
                    <a:pt x="27886" y="19989"/>
                    <a:pt x="21643" y="25755"/>
                    <a:pt x="13943" y="25755"/>
                  </a:cubicBezTo>
                  <a:cubicBezTo>
                    <a:pt x="6242" y="25755"/>
                    <a:pt x="0" y="19989"/>
                    <a:pt x="0" y="12877"/>
                  </a:cubicBezTo>
                  <a:cubicBezTo>
                    <a:pt x="0" y="5765"/>
                    <a:pt x="6242" y="0"/>
                    <a:pt x="13943" y="0"/>
                  </a:cubicBezTo>
                  <a:cubicBezTo>
                    <a:pt x="21643" y="0"/>
                    <a:pt x="27886" y="5765"/>
                    <a:pt x="27886" y="12877"/>
                  </a:cubicBezTo>
                  <a:close/>
                </a:path>
              </a:pathLst>
            </a:custGeom>
            <a:solidFill>
              <a:srgbClr val="0B244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506FEB79-178B-FF6E-B07D-A03D7F37DB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0378" y="3495754"/>
              <a:ext cx="132501" cy="174714"/>
            </a:xfrm>
            <a:prstGeom prst="line">
              <a:avLst/>
            </a:prstGeom>
            <a:ln w="19050">
              <a:solidFill>
                <a:srgbClr val="0B24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4" name="Freeform: Shape 303">
            <a:extLst>
              <a:ext uri="{FF2B5EF4-FFF2-40B4-BE49-F238E27FC236}">
                <a16:creationId xmlns:a16="http://schemas.microsoft.com/office/drawing/2014/main" id="{231DD4DB-9298-9AAB-7F85-73FA7D32A9F2}"/>
              </a:ext>
            </a:extLst>
          </p:cNvPr>
          <p:cNvSpPr/>
          <p:nvPr/>
        </p:nvSpPr>
        <p:spPr>
          <a:xfrm>
            <a:off x="6960974" y="3421393"/>
            <a:ext cx="140488" cy="312487"/>
          </a:xfrm>
          <a:custGeom>
            <a:avLst/>
            <a:gdLst>
              <a:gd name="connsiteX0" fmla="*/ 130016 w 140488"/>
              <a:gd name="connsiteY0" fmla="*/ 272493 h 312487"/>
              <a:gd name="connsiteX1" fmla="*/ 108952 w 140488"/>
              <a:gd name="connsiteY1" fmla="*/ 270929 h 312487"/>
              <a:gd name="connsiteX2" fmla="*/ 24693 w 140488"/>
              <a:gd name="connsiteY2" fmla="*/ 142156 h 312487"/>
              <a:gd name="connsiteX3" fmla="*/ 24597 w 140488"/>
              <a:gd name="connsiteY3" fmla="*/ 57994 h 312487"/>
              <a:gd name="connsiteX4" fmla="*/ 122261 w 140488"/>
              <a:gd name="connsiteY4" fmla="*/ 22213 h 312487"/>
              <a:gd name="connsiteX5" fmla="*/ 129154 w 140488"/>
              <a:gd name="connsiteY5" fmla="*/ 7404 h 312487"/>
              <a:gd name="connsiteX6" fmla="*/ 113739 w 140488"/>
              <a:gd name="connsiteY6" fmla="*/ 781 h 312487"/>
              <a:gd name="connsiteX7" fmla="*/ 12437 w 140488"/>
              <a:gd name="connsiteY7" fmla="*/ 37942 h 312487"/>
              <a:gd name="connsiteX8" fmla="*/ 756 w 140488"/>
              <a:gd name="connsiteY8" fmla="*/ 53854 h 312487"/>
              <a:gd name="connsiteX9" fmla="*/ 756 w 140488"/>
              <a:gd name="connsiteY9" fmla="*/ 55970 h 312487"/>
              <a:gd name="connsiteX10" fmla="*/ 852 w 140488"/>
              <a:gd name="connsiteY10" fmla="*/ 144180 h 312487"/>
              <a:gd name="connsiteX11" fmla="*/ 95643 w 140488"/>
              <a:gd name="connsiteY11" fmla="*/ 290061 h 312487"/>
              <a:gd name="connsiteX12" fmla="*/ 105983 w 140488"/>
              <a:gd name="connsiteY12" fmla="*/ 309101 h 312487"/>
              <a:gd name="connsiteX13" fmla="*/ 137006 w 140488"/>
              <a:gd name="connsiteY13" fmla="*/ 302479 h 312487"/>
              <a:gd name="connsiteX14" fmla="*/ 130112 w 140488"/>
              <a:gd name="connsiteY14" fmla="*/ 272677 h 31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0488" h="312487">
                <a:moveTo>
                  <a:pt x="130016" y="272493"/>
                </a:moveTo>
                <a:cubicBezTo>
                  <a:pt x="123505" y="268538"/>
                  <a:pt x="115558" y="268170"/>
                  <a:pt x="108952" y="270929"/>
                </a:cubicBezTo>
                <a:cubicBezTo>
                  <a:pt x="34842" y="218684"/>
                  <a:pt x="25746" y="155125"/>
                  <a:pt x="24693" y="142156"/>
                </a:cubicBezTo>
                <a:cubicBezTo>
                  <a:pt x="23161" y="124312"/>
                  <a:pt x="24119" y="76114"/>
                  <a:pt x="24597" y="57994"/>
                </a:cubicBezTo>
                <a:lnTo>
                  <a:pt x="122261" y="22213"/>
                </a:lnTo>
                <a:cubicBezTo>
                  <a:pt x="128484" y="19913"/>
                  <a:pt x="131548" y="13291"/>
                  <a:pt x="129154" y="7404"/>
                </a:cubicBezTo>
                <a:cubicBezTo>
                  <a:pt x="126761" y="1425"/>
                  <a:pt x="119867" y="-1518"/>
                  <a:pt x="113739" y="781"/>
                </a:cubicBezTo>
                <a:lnTo>
                  <a:pt x="12437" y="37942"/>
                </a:lnTo>
                <a:cubicBezTo>
                  <a:pt x="5448" y="40517"/>
                  <a:pt x="852" y="46680"/>
                  <a:pt x="756" y="53854"/>
                </a:cubicBezTo>
                <a:lnTo>
                  <a:pt x="756" y="55970"/>
                </a:lnTo>
                <a:cubicBezTo>
                  <a:pt x="86" y="85404"/>
                  <a:pt x="-584" y="126519"/>
                  <a:pt x="852" y="144180"/>
                </a:cubicBezTo>
                <a:cubicBezTo>
                  <a:pt x="2097" y="158896"/>
                  <a:pt x="12533" y="231745"/>
                  <a:pt x="95643" y="290061"/>
                </a:cubicBezTo>
                <a:cubicBezTo>
                  <a:pt x="95355" y="297512"/>
                  <a:pt x="98994" y="304870"/>
                  <a:pt x="105983" y="309101"/>
                </a:cubicBezTo>
                <a:cubicBezTo>
                  <a:pt x="116516" y="315540"/>
                  <a:pt x="130399" y="312504"/>
                  <a:pt x="137006" y="302479"/>
                </a:cubicBezTo>
                <a:cubicBezTo>
                  <a:pt x="143612" y="292453"/>
                  <a:pt x="140549" y="279023"/>
                  <a:pt x="130112" y="272677"/>
                </a:cubicBezTo>
                <a:close/>
              </a:path>
            </a:pathLst>
          </a:custGeom>
          <a:solidFill>
            <a:srgbClr val="0B244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305" name="Freeform: Shape 304">
            <a:extLst>
              <a:ext uri="{FF2B5EF4-FFF2-40B4-BE49-F238E27FC236}">
                <a16:creationId xmlns:a16="http://schemas.microsoft.com/office/drawing/2014/main" id="{EEBE55FA-9C02-CB53-92F6-7085FBCE520D}"/>
              </a:ext>
            </a:extLst>
          </p:cNvPr>
          <p:cNvSpPr/>
          <p:nvPr/>
        </p:nvSpPr>
        <p:spPr>
          <a:xfrm>
            <a:off x="7105607" y="3411290"/>
            <a:ext cx="140532" cy="312397"/>
          </a:xfrm>
          <a:custGeom>
            <a:avLst/>
            <a:gdLst>
              <a:gd name="connsiteX0" fmla="*/ 139824 w 140532"/>
              <a:gd name="connsiteY0" fmla="*/ 66073 h 312397"/>
              <a:gd name="connsiteX1" fmla="*/ 139824 w 140532"/>
              <a:gd name="connsiteY1" fmla="*/ 63866 h 312397"/>
              <a:gd name="connsiteX2" fmla="*/ 128047 w 140532"/>
              <a:gd name="connsiteY2" fmla="*/ 47953 h 312397"/>
              <a:gd name="connsiteX3" fmla="*/ 44459 w 140532"/>
              <a:gd name="connsiteY3" fmla="*/ 17323 h 312397"/>
              <a:gd name="connsiteX4" fmla="*/ 30480 w 140532"/>
              <a:gd name="connsiteY4" fmla="*/ 1411 h 312397"/>
              <a:gd name="connsiteX5" fmla="*/ 1468 w 140532"/>
              <a:gd name="connsiteY5" fmla="*/ 13920 h 312397"/>
              <a:gd name="connsiteX6" fmla="*/ 14490 w 140532"/>
              <a:gd name="connsiteY6" fmla="*/ 41790 h 312397"/>
              <a:gd name="connsiteX7" fmla="*/ 35938 w 140532"/>
              <a:gd name="connsiteY7" fmla="*/ 38847 h 312397"/>
              <a:gd name="connsiteX8" fmla="*/ 115887 w 140532"/>
              <a:gd name="connsiteY8" fmla="*/ 68189 h 312397"/>
              <a:gd name="connsiteX9" fmla="*/ 115792 w 140532"/>
              <a:gd name="connsiteY9" fmla="*/ 152351 h 312397"/>
              <a:gd name="connsiteX10" fmla="*/ 16118 w 140532"/>
              <a:gd name="connsiteY10" fmla="*/ 291150 h 312397"/>
              <a:gd name="connsiteX11" fmla="*/ 12384 w 140532"/>
              <a:gd name="connsiteY11" fmla="*/ 307063 h 312397"/>
              <a:gd name="connsiteX12" fmla="*/ 22533 w 140532"/>
              <a:gd name="connsiteY12" fmla="*/ 312398 h 312397"/>
              <a:gd name="connsiteX13" fmla="*/ 28948 w 140532"/>
              <a:gd name="connsiteY13" fmla="*/ 310650 h 312397"/>
              <a:gd name="connsiteX14" fmla="*/ 139633 w 140532"/>
              <a:gd name="connsiteY14" fmla="*/ 154283 h 312397"/>
              <a:gd name="connsiteX15" fmla="*/ 139824 w 140532"/>
              <a:gd name="connsiteY15" fmla="*/ 66165 h 312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0532" h="312397">
                <a:moveTo>
                  <a:pt x="139824" y="66073"/>
                </a:moveTo>
                <a:lnTo>
                  <a:pt x="139824" y="63866"/>
                </a:lnTo>
                <a:cubicBezTo>
                  <a:pt x="139633" y="56783"/>
                  <a:pt x="135037" y="50528"/>
                  <a:pt x="128047" y="47953"/>
                </a:cubicBezTo>
                <a:lnTo>
                  <a:pt x="44459" y="17323"/>
                </a:lnTo>
                <a:cubicBezTo>
                  <a:pt x="43023" y="10333"/>
                  <a:pt x="37948" y="4078"/>
                  <a:pt x="30480" y="1411"/>
                </a:cubicBezTo>
                <a:cubicBezTo>
                  <a:pt x="18894" y="-2821"/>
                  <a:pt x="5873" y="2790"/>
                  <a:pt x="1468" y="13920"/>
                </a:cubicBezTo>
                <a:cubicBezTo>
                  <a:pt x="-2936" y="25050"/>
                  <a:pt x="2905" y="37559"/>
                  <a:pt x="14490" y="41790"/>
                </a:cubicBezTo>
                <a:cubicBezTo>
                  <a:pt x="21958" y="44550"/>
                  <a:pt x="30001" y="43170"/>
                  <a:pt x="35938" y="38847"/>
                </a:cubicBezTo>
                <a:lnTo>
                  <a:pt x="115887" y="68189"/>
                </a:lnTo>
                <a:cubicBezTo>
                  <a:pt x="116270" y="86217"/>
                  <a:pt x="117228" y="134507"/>
                  <a:pt x="115792" y="152351"/>
                </a:cubicBezTo>
                <a:cubicBezTo>
                  <a:pt x="114643" y="166148"/>
                  <a:pt x="104398" y="237433"/>
                  <a:pt x="16118" y="291150"/>
                </a:cubicBezTo>
                <a:cubicBezTo>
                  <a:pt x="10564" y="294553"/>
                  <a:pt x="8841" y="301636"/>
                  <a:pt x="12384" y="307063"/>
                </a:cubicBezTo>
                <a:cubicBezTo>
                  <a:pt x="14682" y="310558"/>
                  <a:pt x="18511" y="312398"/>
                  <a:pt x="22533" y="312398"/>
                </a:cubicBezTo>
                <a:cubicBezTo>
                  <a:pt x="24735" y="312398"/>
                  <a:pt x="26937" y="311846"/>
                  <a:pt x="28948" y="310650"/>
                </a:cubicBezTo>
                <a:cubicBezTo>
                  <a:pt x="126803" y="250954"/>
                  <a:pt x="138388" y="169919"/>
                  <a:pt x="139633" y="154283"/>
                </a:cubicBezTo>
                <a:cubicBezTo>
                  <a:pt x="141165" y="136714"/>
                  <a:pt x="140399" y="95599"/>
                  <a:pt x="139824" y="66165"/>
                </a:cubicBezTo>
                <a:close/>
              </a:path>
            </a:pathLst>
          </a:custGeom>
          <a:solidFill>
            <a:srgbClr val="0B244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52" name="Rectangle: Rounded Corners 51">
            <a:hlinkClick r:id="" action="ppaction://noaction"/>
            <a:extLst>
              <a:ext uri="{FF2B5EF4-FFF2-40B4-BE49-F238E27FC236}">
                <a16:creationId xmlns:a16="http://schemas.microsoft.com/office/drawing/2014/main" id="{A2E779D3-8C95-2128-D77A-7FA151AF3CB4}"/>
              </a:ext>
            </a:extLst>
          </p:cNvPr>
          <p:cNvSpPr/>
          <p:nvPr/>
        </p:nvSpPr>
        <p:spPr>
          <a:xfrm>
            <a:off x="1282212" y="1953715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01" name="Rectangle: Rounded Corners 100">
            <a:hlinkClick r:id="" action="ppaction://noaction"/>
            <a:extLst>
              <a:ext uri="{FF2B5EF4-FFF2-40B4-BE49-F238E27FC236}">
                <a16:creationId xmlns:a16="http://schemas.microsoft.com/office/drawing/2014/main" id="{A473F5CB-2803-1A1E-EE4F-DE5049AA6679}"/>
              </a:ext>
            </a:extLst>
          </p:cNvPr>
          <p:cNvSpPr/>
          <p:nvPr/>
        </p:nvSpPr>
        <p:spPr>
          <a:xfrm>
            <a:off x="2317459" y="1953715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02" name="Rectangle: Rounded Corners 101">
            <a:hlinkClick r:id="" action="ppaction://noaction"/>
            <a:extLst>
              <a:ext uri="{FF2B5EF4-FFF2-40B4-BE49-F238E27FC236}">
                <a16:creationId xmlns:a16="http://schemas.microsoft.com/office/drawing/2014/main" id="{29CC8201-92D2-4298-EEAF-3EF61EAAC862}"/>
              </a:ext>
            </a:extLst>
          </p:cNvPr>
          <p:cNvSpPr/>
          <p:nvPr/>
        </p:nvSpPr>
        <p:spPr>
          <a:xfrm>
            <a:off x="3556885" y="4585984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03" name="Rectangle: Rounded Corners 102">
            <a:hlinkClick r:id="" action="ppaction://noaction"/>
            <a:extLst>
              <a:ext uri="{FF2B5EF4-FFF2-40B4-BE49-F238E27FC236}">
                <a16:creationId xmlns:a16="http://schemas.microsoft.com/office/drawing/2014/main" id="{2E1CE8D4-7244-38C0-8760-3CF60A8C1E35}"/>
              </a:ext>
            </a:extLst>
          </p:cNvPr>
          <p:cNvSpPr/>
          <p:nvPr/>
        </p:nvSpPr>
        <p:spPr>
          <a:xfrm>
            <a:off x="5655173" y="4589327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04" name="Rectangle: Rounded Corners 103">
            <a:hlinkClick r:id="" action="ppaction://noaction"/>
            <a:extLst>
              <a:ext uri="{FF2B5EF4-FFF2-40B4-BE49-F238E27FC236}">
                <a16:creationId xmlns:a16="http://schemas.microsoft.com/office/drawing/2014/main" id="{F634764B-2244-8BA6-3390-795908FF6BE5}"/>
              </a:ext>
            </a:extLst>
          </p:cNvPr>
          <p:cNvSpPr/>
          <p:nvPr/>
        </p:nvSpPr>
        <p:spPr>
          <a:xfrm>
            <a:off x="6748092" y="4526371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05" name="Rectangle: Rounded Corners 104">
            <a:hlinkClick r:id="" action="ppaction://noaction"/>
            <a:extLst>
              <a:ext uri="{FF2B5EF4-FFF2-40B4-BE49-F238E27FC236}">
                <a16:creationId xmlns:a16="http://schemas.microsoft.com/office/drawing/2014/main" id="{FC74F9C5-A665-528E-1F83-AD05826CE89F}"/>
              </a:ext>
            </a:extLst>
          </p:cNvPr>
          <p:cNvSpPr/>
          <p:nvPr/>
        </p:nvSpPr>
        <p:spPr>
          <a:xfrm>
            <a:off x="7784926" y="4553465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13" name="Rectangle: Rounded Corners 112">
            <a:hlinkClick r:id="" action="ppaction://noaction"/>
            <a:extLst>
              <a:ext uri="{FF2B5EF4-FFF2-40B4-BE49-F238E27FC236}">
                <a16:creationId xmlns:a16="http://schemas.microsoft.com/office/drawing/2014/main" id="{87542A22-AB7D-32FA-BD16-0451078253A4}"/>
              </a:ext>
            </a:extLst>
          </p:cNvPr>
          <p:cNvSpPr/>
          <p:nvPr/>
        </p:nvSpPr>
        <p:spPr>
          <a:xfrm>
            <a:off x="4612653" y="1946359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14" name="Rectangle: Rounded Corners 113">
            <a:hlinkClick r:id="" action="ppaction://noaction"/>
            <a:extLst>
              <a:ext uri="{FF2B5EF4-FFF2-40B4-BE49-F238E27FC236}">
                <a16:creationId xmlns:a16="http://schemas.microsoft.com/office/drawing/2014/main" id="{2065520A-0F47-62F5-5241-FACB76F4AF12}"/>
              </a:ext>
            </a:extLst>
          </p:cNvPr>
          <p:cNvSpPr/>
          <p:nvPr/>
        </p:nvSpPr>
        <p:spPr>
          <a:xfrm>
            <a:off x="5697746" y="1951866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15" name="Rectangle: Rounded Corners 114">
            <a:hlinkClick r:id="" action="ppaction://noaction"/>
            <a:extLst>
              <a:ext uri="{FF2B5EF4-FFF2-40B4-BE49-F238E27FC236}">
                <a16:creationId xmlns:a16="http://schemas.microsoft.com/office/drawing/2014/main" id="{8F794031-FFE2-33F8-E0ED-1FCBC74FCE5A}"/>
              </a:ext>
            </a:extLst>
          </p:cNvPr>
          <p:cNvSpPr/>
          <p:nvPr/>
        </p:nvSpPr>
        <p:spPr>
          <a:xfrm>
            <a:off x="7779402" y="1896272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16" name="Rectangle: Rounded Corners 115">
            <a:hlinkClick r:id="" action="ppaction://noaction"/>
            <a:extLst>
              <a:ext uri="{FF2B5EF4-FFF2-40B4-BE49-F238E27FC236}">
                <a16:creationId xmlns:a16="http://schemas.microsoft.com/office/drawing/2014/main" id="{1AF58CBF-F44B-DD23-B30B-EC679432677F}"/>
              </a:ext>
            </a:extLst>
          </p:cNvPr>
          <p:cNvSpPr/>
          <p:nvPr/>
        </p:nvSpPr>
        <p:spPr>
          <a:xfrm>
            <a:off x="10121702" y="2031290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17" name="Rectangle: Rounded Corners 116">
            <a:hlinkClick r:id="" action="ppaction://noaction"/>
            <a:extLst>
              <a:ext uri="{FF2B5EF4-FFF2-40B4-BE49-F238E27FC236}">
                <a16:creationId xmlns:a16="http://schemas.microsoft.com/office/drawing/2014/main" id="{7ACEECE6-060B-FBDA-6114-065BE7A14788}"/>
              </a:ext>
            </a:extLst>
          </p:cNvPr>
          <p:cNvSpPr/>
          <p:nvPr/>
        </p:nvSpPr>
        <p:spPr>
          <a:xfrm>
            <a:off x="9083642" y="2023468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23" name="Rectangle: Rounded Corners 122">
            <a:hlinkClick r:id="" action="ppaction://noaction"/>
            <a:extLst>
              <a:ext uri="{FF2B5EF4-FFF2-40B4-BE49-F238E27FC236}">
                <a16:creationId xmlns:a16="http://schemas.microsoft.com/office/drawing/2014/main" id="{AF706537-1CD3-238C-E068-6912AB3CA33D}"/>
              </a:ext>
            </a:extLst>
          </p:cNvPr>
          <p:cNvSpPr/>
          <p:nvPr/>
        </p:nvSpPr>
        <p:spPr>
          <a:xfrm>
            <a:off x="9053166" y="2978758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  <p:sp>
        <p:nvSpPr>
          <p:cNvPr id="124" name="Rectangle: Rounded Corners 123">
            <a:hlinkClick r:id="" action="ppaction://noaction"/>
            <a:extLst>
              <a:ext uri="{FF2B5EF4-FFF2-40B4-BE49-F238E27FC236}">
                <a16:creationId xmlns:a16="http://schemas.microsoft.com/office/drawing/2014/main" id="{BC1703F2-B013-40CF-DE45-5521AEB6E34B}"/>
              </a:ext>
            </a:extLst>
          </p:cNvPr>
          <p:cNvSpPr/>
          <p:nvPr/>
        </p:nvSpPr>
        <p:spPr>
          <a:xfrm>
            <a:off x="10140928" y="2988852"/>
            <a:ext cx="751350" cy="912642"/>
          </a:xfrm>
          <a:prstGeom prst="round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/>
          </a:p>
        </p:txBody>
      </p:sp>
    </p:spTree>
    <p:extLst>
      <p:ext uri="{BB962C8B-B14F-4D97-AF65-F5344CB8AC3E}">
        <p14:creationId xmlns:p14="http://schemas.microsoft.com/office/powerpoint/2010/main" val="238647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1B902333-D792-1941-7F87-540A723CA11C}"/>
              </a:ext>
            </a:extLst>
          </p:cNvPr>
          <p:cNvSpPr/>
          <p:nvPr/>
        </p:nvSpPr>
        <p:spPr>
          <a:xfrm>
            <a:off x="4620126" y="2322095"/>
            <a:ext cx="6773779" cy="370513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7DB241B-7EC2-C5D2-CCD1-9D2FD1CAE31B}"/>
              </a:ext>
            </a:extLst>
          </p:cNvPr>
          <p:cNvSpPr txBox="1"/>
          <p:nvPr/>
        </p:nvSpPr>
        <p:spPr>
          <a:xfrm>
            <a:off x="597567" y="3296233"/>
            <a:ext cx="2639028" cy="133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2304C"/>
                </a:solidFill>
                <a:latin typeface="Nunito"/>
              </a:rPr>
              <a:t>Systems/ Tools</a:t>
            </a:r>
          </a:p>
          <a:p>
            <a:pPr algn="l"/>
            <a:r>
              <a:rPr sz="1550" b="0">
                <a:solidFill>
                  <a:srgbClr val="12304C"/>
                </a:solidFill>
                <a:latin typeface="Nunito"/>
              </a:rPr>
              <a:t>• ServiceNow</a:t>
            </a:r>
          </a:p>
          <a:p>
            <a:pPr algn="l"/>
            <a:r>
              <a:rPr sz="1550" b="0">
                <a:solidFill>
                  <a:srgbClr val="12304C"/>
                </a:solidFill>
                <a:latin typeface="Nunito"/>
              </a:rPr>
              <a:t>• SAP VF03</a:t>
            </a:r>
          </a:p>
          <a:p>
            <a:pPr algn="l"/>
            <a:r>
              <a:rPr sz="1550" b="0">
                <a:solidFill>
                  <a:srgbClr val="12304C"/>
                </a:solidFill>
                <a:latin typeface="Nunito"/>
              </a:rPr>
              <a:t>• Excel</a:t>
            </a:r>
          </a:p>
        </p:txBody>
      </p:sp>
      <p:sp>
        <p:nvSpPr>
          <p:cNvPr id="158" name="Text Placeholder 157">
            <a:extLst>
              <a:ext uri="{FF2B5EF4-FFF2-40B4-BE49-F238E27FC236}">
                <a16:creationId xmlns:a16="http://schemas.microsoft.com/office/drawing/2014/main" id="{3F54DF7D-CCB7-51F6-FD48-EF0D29BF2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AU"/>
              <a:t>Our Understanding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BD6BA54-B1E9-F7CE-57AA-F9A8D62A2918}"/>
              </a:ext>
            </a:extLst>
          </p:cNvPr>
          <p:cNvSpPr txBox="1"/>
          <p:nvPr/>
        </p:nvSpPr>
        <p:spPr>
          <a:xfrm>
            <a:off x="597567" y="1323900"/>
            <a:ext cx="10940717" cy="133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2304C"/>
                </a:solidFill>
                <a:latin typeface="Nunito"/>
              </a:rPr>
              <a:t>Objectives</a:t>
            </a:r>
            <a:endParaRPr lang="en-US" sz="2400" b="1" spc="37">
              <a:solidFill>
                <a:srgbClr val="12304C"/>
              </a:solidFill>
              <a:latin typeface="Nunito" pitchFamily="2" charset="77"/>
            </a:endParaRPr>
          </a:p>
          <a:p>
            <a:pPr algn="l"/>
            <a:r>
              <a:rPr sz="1550" b="0">
                <a:solidFill>
                  <a:srgbClr val="12304C"/>
                </a:solidFill>
                <a:latin typeface="Nunito"/>
              </a:rPr>
              <a:t>• Reduce manual work</a:t>
            </a:r>
          </a:p>
          <a:p>
            <a:pPr algn="l"/>
            <a:r>
              <a:rPr sz="1550" b="0">
                <a:solidFill>
                  <a:srgbClr val="12304C"/>
                </a:solidFill>
                <a:latin typeface="Nunito"/>
              </a:rPr>
              <a:t>• Improve SLA</a:t>
            </a:r>
          </a:p>
          <a:p>
            <a:pPr algn="l"/>
            <a:r>
              <a:rPr sz="1550" b="0">
                <a:solidFill>
                  <a:srgbClr val="12304C"/>
                </a:solidFill>
                <a:latin typeface="Nunito"/>
              </a:rPr>
              <a:t>• Reduce reprocessing errors</a:t>
            </a:r>
          </a:p>
        </p:txBody>
      </p:sp>
      <p:pic>
        <p:nvPicPr>
          <p:cNvPr id="160" name="Picture 159" descr="invoice_flow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711" y="2504975"/>
            <a:ext cx="6108609" cy="33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0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2692B-3B04-44B6-EB44-B759B55744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432188"/>
            <a:ext cx="2807368" cy="4980647"/>
          </a:xfrm>
        </p:spPr>
        <p:txBody>
          <a:bodyPr/>
          <a:lstStyle/>
          <a:p>
            <a:r>
              <a:rPr lang="en-US" sz="1400">
                <a:solidFill>
                  <a:schemeClr val="tx2">
                    <a:lumMod val="50000"/>
                  </a:schemeClr>
                </a:solidFill>
              </a:rPr>
              <a:t>Through Turing Expo, FRIDA can execute automations centrally. This is possible under three execution architectures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tx2">
                    <a:lumMod val="50000"/>
                  </a:schemeClr>
                </a:solidFill>
              </a:rPr>
              <a:t>Programming executions locally or remotely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tx2">
                    <a:lumMod val="50000"/>
                  </a:schemeClr>
                </a:solidFill>
              </a:rPr>
              <a:t>On-demand 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chemeClr val="tx2">
                    <a:lumMod val="50000"/>
                  </a:schemeClr>
                </a:solidFill>
              </a:rPr>
              <a:t>Through APIs, which incorporate load balancing algorithms and queue management for optimal resource management</a:t>
            </a:r>
            <a:endParaRPr lang="es-MX" sz="1400">
              <a:solidFill>
                <a:schemeClr val="tx2">
                  <a:lumMod val="50000"/>
                </a:schemeClr>
              </a:solidFill>
            </a:endParaRPr>
          </a:p>
          <a:p>
            <a:endParaRPr lang="en-US" sz="14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Solution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2FD6B-66CB-EDAB-8279-65F4BCE89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682" y="1432188"/>
            <a:ext cx="7558087" cy="44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1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2692B-3B04-44B6-EB44-B759B55744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1432189"/>
            <a:ext cx="4744453" cy="4836264"/>
          </a:xfrm>
        </p:spPr>
        <p:txBody>
          <a:bodyPr/>
          <a:lstStyle/>
          <a:p>
            <a:pPr marL="285750" indent="-285750">
              <a:lnSpc>
                <a:spcPts val="214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MX" sz="1200">
                <a:solidFill>
                  <a:schemeClr val="tx2">
                    <a:lumMod val="50000"/>
                  </a:schemeClr>
                </a:solidFill>
              </a:rPr>
              <a:t>Net Framework 4.5.2</a:t>
            </a:r>
            <a:endParaRPr lang="en-US" sz="120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lnSpc>
                <a:spcPts val="214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200">
                <a:solidFill>
                  <a:schemeClr val="tx2">
                    <a:lumMod val="50000"/>
                  </a:schemeClr>
                </a:solidFill>
              </a:rPr>
              <a:t>Windows 10 or 11</a:t>
            </a:r>
          </a:p>
          <a:p>
            <a:pPr marL="285750" indent="-285750">
              <a:lnSpc>
                <a:spcPts val="214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419" sz="1200">
                <a:solidFill>
                  <a:schemeClr val="tx2">
                    <a:lumMod val="50000"/>
                  </a:schemeClr>
                </a:solidFill>
              </a:rPr>
              <a:t>Windows PowerShell 3.0</a:t>
            </a:r>
          </a:p>
          <a:p>
            <a:pPr marL="285750" indent="-285750">
              <a:lnSpc>
                <a:spcPts val="214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200">
                <a:solidFill>
                  <a:schemeClr val="tx2">
                    <a:lumMod val="50000"/>
                  </a:schemeClr>
                </a:solidFill>
              </a:rPr>
              <a:t>8 GB in RAM </a:t>
            </a:r>
          </a:p>
          <a:p>
            <a:pPr marL="285750" indent="-285750">
              <a:lnSpc>
                <a:spcPts val="214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200">
                <a:solidFill>
                  <a:schemeClr val="tx2">
                    <a:lumMod val="50000"/>
                  </a:schemeClr>
                </a:solidFill>
              </a:rPr>
              <a:t>4 vCPU</a:t>
            </a:r>
          </a:p>
          <a:p>
            <a:pPr marL="285750" indent="-285750">
              <a:lnSpc>
                <a:spcPts val="214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200">
                <a:solidFill>
                  <a:schemeClr val="tx2">
                    <a:lumMod val="50000"/>
                  </a:schemeClr>
                </a:solidFill>
              </a:rPr>
              <a:t>Connection to</a:t>
            </a:r>
          </a:p>
          <a:p>
            <a:pPr marL="628650" lvl="1" indent="-171450">
              <a:lnSpc>
                <a:spcPts val="214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chemeClr val="tx2">
                    <a:lumMod val="50000"/>
                  </a:schemeClr>
                </a:solidFill>
              </a:rPr>
              <a:t>FRIDA</a:t>
            </a:r>
          </a:p>
          <a:p>
            <a:pPr marL="1200150" lvl="2" indent="-285750">
              <a:lnSpc>
                <a:spcPts val="2140"/>
              </a:lnSpc>
              <a:spcBef>
                <a:spcPts val="0"/>
              </a:spcBef>
              <a:buFont typeface="System Font Regular"/>
              <a:buChar char="-"/>
            </a:pPr>
            <a:r>
              <a:rPr lang="es-MX" sz="1200">
                <a:solidFill>
                  <a:schemeClr val="tx2">
                    <a:lumMod val="50000"/>
                  </a:schemeClr>
                </a:solidFill>
              </a:rPr>
              <a:t>https://fridaplatform.online/</a:t>
            </a:r>
          </a:p>
          <a:p>
            <a:pPr marL="1200150" lvl="2" indent="-285750">
              <a:lnSpc>
                <a:spcPts val="2140"/>
              </a:lnSpc>
              <a:spcBef>
                <a:spcPts val="0"/>
              </a:spcBef>
              <a:buFont typeface="System Font Regular"/>
              <a:buChar char="-"/>
            </a:pPr>
            <a:r>
              <a:rPr lang="en-US" sz="1200">
                <a:solidFill>
                  <a:schemeClr val="tx2">
                    <a:lumMod val="50000"/>
                  </a:schemeClr>
                </a:solidFill>
              </a:rPr>
              <a:t>https://</a:t>
            </a:r>
            <a:r>
              <a:rPr lang="en-US" sz="1200" err="1">
                <a:solidFill>
                  <a:schemeClr val="tx2">
                    <a:lumMod val="50000"/>
                  </a:schemeClr>
                </a:solidFill>
              </a:rPr>
              <a:t>rpa.fridaplatform.online</a:t>
            </a:r>
            <a:r>
              <a:rPr lang="en-US" sz="1200">
                <a:solidFill>
                  <a:schemeClr val="tx2">
                    <a:lumMod val="50000"/>
                  </a:schemeClr>
                </a:solidFill>
              </a:rPr>
              <a:t>/</a:t>
            </a:r>
            <a:endParaRPr lang="es-MX" sz="1200">
              <a:solidFill>
                <a:schemeClr val="tx2">
                  <a:lumMod val="50000"/>
                </a:schemeClr>
              </a:solidFill>
            </a:endParaRPr>
          </a:p>
          <a:p>
            <a:pPr marL="1200150" lvl="2" indent="-285750">
              <a:lnSpc>
                <a:spcPts val="2140"/>
              </a:lnSpc>
              <a:spcBef>
                <a:spcPts val="0"/>
              </a:spcBef>
              <a:buFont typeface="System Font Regular"/>
              <a:buChar char="-"/>
            </a:pPr>
            <a:r>
              <a:rPr lang="en-US" sz="1200">
                <a:solidFill>
                  <a:schemeClr val="tx2">
                    <a:lumMod val="50000"/>
                  </a:schemeClr>
                </a:solidFill>
              </a:rPr>
              <a:t>https://</a:t>
            </a:r>
            <a:r>
              <a:rPr lang="en-US" sz="1200" err="1">
                <a:solidFill>
                  <a:schemeClr val="tx2">
                    <a:lumMod val="50000"/>
                  </a:schemeClr>
                </a:solidFill>
              </a:rPr>
              <a:t>admin.fridaplatform.online</a:t>
            </a:r>
            <a:r>
              <a:rPr lang="en-US" sz="1200">
                <a:solidFill>
                  <a:schemeClr val="tx2">
                    <a:lumMod val="50000"/>
                  </a:schemeClr>
                </a:solidFill>
              </a:rPr>
              <a:t>/</a:t>
            </a:r>
          </a:p>
          <a:p>
            <a:pPr marL="628650" lvl="1" indent="-171450">
              <a:lnSpc>
                <a:spcPts val="214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2">
                    <a:lumMod val="50000"/>
                  </a:schemeClr>
                </a:solidFill>
              </a:rPr>
              <a:t>APIs</a:t>
            </a:r>
          </a:p>
          <a:p>
            <a:pPr marL="1200150" lvl="2" indent="-285750">
              <a:lnSpc>
                <a:spcPts val="2140"/>
              </a:lnSpc>
              <a:spcBef>
                <a:spcPts val="0"/>
              </a:spcBef>
              <a:buFont typeface="System Font Regular"/>
              <a:buChar char="-"/>
            </a:pPr>
            <a:r>
              <a:rPr lang="es-MX" sz="1200">
                <a:solidFill>
                  <a:schemeClr val="tx2">
                    <a:lumMod val="50000"/>
                  </a:schemeClr>
                </a:solidFill>
              </a:rPr>
              <a:t>https://frida.azure-api.net</a:t>
            </a:r>
          </a:p>
          <a:p>
            <a:pPr marL="1200150" lvl="2" indent="-285750">
              <a:lnSpc>
                <a:spcPts val="2140"/>
              </a:lnSpc>
              <a:spcBef>
                <a:spcPts val="0"/>
              </a:spcBef>
              <a:buFont typeface="System Font Regular"/>
              <a:buChar char="-"/>
            </a:pPr>
            <a:r>
              <a:rPr lang="es-MX" sz="1200">
                <a:solidFill>
                  <a:schemeClr val="tx2">
                    <a:lumMod val="50000"/>
                  </a:schemeClr>
                </a:solidFill>
              </a:rPr>
              <a:t>http://automationplatform.azurewebsites.net</a:t>
            </a:r>
          </a:p>
          <a:p>
            <a:pPr marL="628650" lvl="1" indent="-171450">
              <a:lnSpc>
                <a:spcPts val="214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chemeClr val="tx2">
                    <a:lumMod val="50000"/>
                  </a:schemeClr>
                </a:solidFill>
              </a:rPr>
              <a:t>FRIDA Data Base</a:t>
            </a:r>
          </a:p>
          <a:p>
            <a:pPr marL="1200150" lvl="2" indent="-285750">
              <a:lnSpc>
                <a:spcPts val="2140"/>
              </a:lnSpc>
              <a:spcBef>
                <a:spcPts val="0"/>
              </a:spcBef>
              <a:buFont typeface="System Font Regular"/>
              <a:buChar char="-"/>
            </a:pPr>
            <a:r>
              <a:rPr lang="es-MX" sz="1200">
                <a:solidFill>
                  <a:schemeClr val="tx2">
                    <a:lumMod val="50000"/>
                  </a:schemeClr>
                </a:solidFill>
              </a:rPr>
              <a:t>https://automation-1713b.firebaseio.com </a:t>
            </a:r>
          </a:p>
          <a:p>
            <a:pPr marL="628650" lvl="1" indent="-171450">
              <a:lnSpc>
                <a:spcPts val="214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chemeClr val="tx2">
                    <a:lumMod val="50000"/>
                  </a:schemeClr>
                </a:solidFill>
              </a:rPr>
              <a:t>FRIDA File Data Base</a:t>
            </a:r>
          </a:p>
          <a:p>
            <a:pPr marL="1200150" lvl="2" indent="-285750">
              <a:lnSpc>
                <a:spcPts val="2140"/>
              </a:lnSpc>
              <a:spcBef>
                <a:spcPts val="0"/>
              </a:spcBef>
              <a:buFont typeface="System Font Regular"/>
              <a:buChar char="-"/>
            </a:pPr>
            <a:r>
              <a:rPr lang="es-MX" sz="1200">
                <a:solidFill>
                  <a:schemeClr val="tx2">
                    <a:lumMod val="50000"/>
                  </a:schemeClr>
                </a:solidFill>
              </a:rPr>
              <a:t>https://innotekfilestore.file.core.windows.net/ </a:t>
            </a:r>
          </a:p>
          <a:p>
            <a:pPr marL="1200150" lvl="2" indent="-285750">
              <a:lnSpc>
                <a:spcPts val="2140"/>
              </a:lnSpc>
              <a:spcBef>
                <a:spcPts val="0"/>
              </a:spcBef>
              <a:buFont typeface="System Font Regular"/>
              <a:buChar char="-"/>
            </a:pPr>
            <a:r>
              <a:rPr lang="es-MX" sz="1200">
                <a:solidFill>
                  <a:schemeClr val="tx2">
                    <a:lumMod val="50000"/>
                  </a:schemeClr>
                </a:solidFill>
              </a:rPr>
              <a:t>https://appsfrida.file.core.windows.net/</a:t>
            </a:r>
            <a:endParaRPr lang="en-US" sz="12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FRIDA Windows Agent Requirements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EBF98F-FD95-3D29-86EC-95A835112E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5" b="2926"/>
          <a:stretch/>
        </p:blipFill>
        <p:spPr>
          <a:xfrm>
            <a:off x="5869779" y="2253084"/>
            <a:ext cx="5617915" cy="3332316"/>
          </a:xfrm>
          <a:prstGeom prst="roundRect">
            <a:avLst>
              <a:gd name="adj" fmla="val 5089"/>
            </a:avLst>
          </a:prstGeom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69A272-36BE-6565-2E1D-88DD44434ED9}"/>
              </a:ext>
            </a:extLst>
          </p:cNvPr>
          <p:cNvSpPr txBox="1"/>
          <p:nvPr/>
        </p:nvSpPr>
        <p:spPr>
          <a:xfrm>
            <a:off x="5869779" y="1456180"/>
            <a:ext cx="2048223" cy="519351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12304C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419" b="1">
                <a:solidFill>
                  <a:schemeClr val="tx2">
                    <a:lumMod val="50000"/>
                  </a:schemeClr>
                </a:solidFill>
                <a:latin typeface="Nunito" pitchFamily="2" charset="77"/>
              </a:rPr>
              <a:t>Turing Expo</a:t>
            </a:r>
            <a:endParaRPr lang="en-US" b="1">
              <a:solidFill>
                <a:schemeClr val="tx2">
                  <a:lumMod val="50000"/>
                </a:schemeClr>
              </a:solidFill>
              <a:latin typeface="Nunit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79251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92" name="Freeform 21">
            <a:extLst>
              <a:ext uri="{FF2B5EF4-FFF2-40B4-BE49-F238E27FC236}">
                <a16:creationId xmlns:a16="http://schemas.microsoft.com/office/drawing/2014/main" id="{206459C0-6D7E-CE1C-33C6-1563F41788B5}"/>
              </a:ext>
            </a:extLst>
          </p:cNvPr>
          <p:cNvSpPr/>
          <p:nvPr/>
        </p:nvSpPr>
        <p:spPr>
          <a:xfrm>
            <a:off x="964107" y="1726405"/>
            <a:ext cx="1832719" cy="575327"/>
          </a:xfrm>
          <a:prstGeom prst="roundRect">
            <a:avLst>
              <a:gd name="adj" fmla="val 50000"/>
            </a:avLst>
          </a:prstGeom>
          <a:solidFill>
            <a:srgbClr val="00599B"/>
          </a:solidFill>
        </p:spPr>
        <p:txBody>
          <a:bodyPr/>
          <a:lstStyle/>
          <a:p>
            <a:endParaRPr lang="es-MX"/>
          </a:p>
        </p:txBody>
      </p:sp>
      <p:sp>
        <p:nvSpPr>
          <p:cNvPr id="93" name="TextBox 22">
            <a:extLst>
              <a:ext uri="{FF2B5EF4-FFF2-40B4-BE49-F238E27FC236}">
                <a16:creationId xmlns:a16="http://schemas.microsoft.com/office/drawing/2014/main" id="{663A8BF7-54C0-F43A-211C-AD68D2AA79F9}"/>
              </a:ext>
            </a:extLst>
          </p:cNvPr>
          <p:cNvSpPr txBox="1"/>
          <p:nvPr/>
        </p:nvSpPr>
        <p:spPr>
          <a:xfrm>
            <a:off x="964107" y="1477208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sp>
        <p:nvSpPr>
          <p:cNvPr id="94" name="Freeform 28">
            <a:extLst>
              <a:ext uri="{FF2B5EF4-FFF2-40B4-BE49-F238E27FC236}">
                <a16:creationId xmlns:a16="http://schemas.microsoft.com/office/drawing/2014/main" id="{09FE7F14-8841-0ED0-FABD-20F79BD39E6E}"/>
              </a:ext>
            </a:extLst>
          </p:cNvPr>
          <p:cNvSpPr/>
          <p:nvPr/>
        </p:nvSpPr>
        <p:spPr>
          <a:xfrm>
            <a:off x="3044766" y="1726405"/>
            <a:ext cx="1832719" cy="575327"/>
          </a:xfrm>
          <a:prstGeom prst="roundRect">
            <a:avLst>
              <a:gd name="adj" fmla="val 50000"/>
            </a:avLst>
          </a:prstGeom>
          <a:solidFill>
            <a:srgbClr val="0B4D83"/>
          </a:solidFill>
        </p:spPr>
        <p:txBody>
          <a:bodyPr/>
          <a:lstStyle/>
          <a:p>
            <a:endParaRPr lang="es-MX"/>
          </a:p>
        </p:txBody>
      </p:sp>
      <p:sp>
        <p:nvSpPr>
          <p:cNvPr id="95" name="Freeform 31">
            <a:extLst>
              <a:ext uri="{FF2B5EF4-FFF2-40B4-BE49-F238E27FC236}">
                <a16:creationId xmlns:a16="http://schemas.microsoft.com/office/drawing/2014/main" id="{E3BFBA94-5076-2A71-D745-C1A9D40B1045}"/>
              </a:ext>
            </a:extLst>
          </p:cNvPr>
          <p:cNvSpPr/>
          <p:nvPr/>
        </p:nvSpPr>
        <p:spPr>
          <a:xfrm>
            <a:off x="5125425" y="1726405"/>
            <a:ext cx="1832719" cy="575327"/>
          </a:xfrm>
          <a:prstGeom prst="roundRect">
            <a:avLst>
              <a:gd name="adj" fmla="val 50000"/>
            </a:avLst>
          </a:prstGeom>
          <a:solidFill>
            <a:srgbClr val="0E4372"/>
          </a:solidFill>
        </p:spPr>
        <p:txBody>
          <a:bodyPr/>
          <a:lstStyle/>
          <a:p>
            <a:endParaRPr lang="es-MX"/>
          </a:p>
        </p:txBody>
      </p:sp>
      <p:sp>
        <p:nvSpPr>
          <p:cNvPr id="96" name="TextBox 32">
            <a:extLst>
              <a:ext uri="{FF2B5EF4-FFF2-40B4-BE49-F238E27FC236}">
                <a16:creationId xmlns:a16="http://schemas.microsoft.com/office/drawing/2014/main" id="{F050A075-FF0E-D40A-B53E-A9CC6A60DE6B}"/>
              </a:ext>
            </a:extLst>
          </p:cNvPr>
          <p:cNvSpPr txBox="1"/>
          <p:nvPr/>
        </p:nvSpPr>
        <p:spPr>
          <a:xfrm>
            <a:off x="5125425" y="1477208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5EF09201-64B2-2721-F079-FFCEFAEED885}"/>
              </a:ext>
            </a:extLst>
          </p:cNvPr>
          <p:cNvSpPr/>
          <p:nvPr/>
        </p:nvSpPr>
        <p:spPr>
          <a:xfrm>
            <a:off x="7206084" y="1726405"/>
            <a:ext cx="1832719" cy="575327"/>
          </a:xfrm>
          <a:custGeom>
            <a:avLst/>
            <a:gdLst/>
            <a:ahLst/>
            <a:cxnLst/>
            <a:rect l="l" t="t" r="r" b="b"/>
            <a:pathLst>
              <a:path w="379840" h="108400">
                <a:moveTo>
                  <a:pt x="54200" y="0"/>
                </a:moveTo>
                <a:lnTo>
                  <a:pt x="325641" y="0"/>
                </a:lnTo>
                <a:cubicBezTo>
                  <a:pt x="340015" y="0"/>
                  <a:pt x="353801" y="5710"/>
                  <a:pt x="363966" y="15875"/>
                </a:cubicBezTo>
                <a:cubicBezTo>
                  <a:pt x="374130" y="26039"/>
                  <a:pt x="379840" y="39825"/>
                  <a:pt x="379840" y="54200"/>
                </a:cubicBezTo>
                <a:lnTo>
                  <a:pt x="379840" y="54200"/>
                </a:lnTo>
                <a:cubicBezTo>
                  <a:pt x="379840" y="68575"/>
                  <a:pt x="374130" y="82360"/>
                  <a:pt x="363966" y="92525"/>
                </a:cubicBezTo>
                <a:cubicBezTo>
                  <a:pt x="353801" y="102689"/>
                  <a:pt x="340015" y="108400"/>
                  <a:pt x="325641" y="108400"/>
                </a:cubicBezTo>
                <a:lnTo>
                  <a:pt x="54200" y="108400"/>
                </a:lnTo>
                <a:cubicBezTo>
                  <a:pt x="39825" y="108400"/>
                  <a:pt x="26039" y="102689"/>
                  <a:pt x="15875" y="92525"/>
                </a:cubicBezTo>
                <a:cubicBezTo>
                  <a:pt x="5710" y="82360"/>
                  <a:pt x="0" y="68575"/>
                  <a:pt x="0" y="54200"/>
                </a:cubicBezTo>
                <a:lnTo>
                  <a:pt x="0" y="54200"/>
                </a:lnTo>
                <a:cubicBezTo>
                  <a:pt x="0" y="39825"/>
                  <a:pt x="5710" y="26039"/>
                  <a:pt x="15875" y="15875"/>
                </a:cubicBezTo>
                <a:cubicBezTo>
                  <a:pt x="26039" y="5710"/>
                  <a:pt x="39825" y="0"/>
                  <a:pt x="54200" y="0"/>
                </a:cubicBezTo>
                <a:close/>
              </a:path>
            </a:pathLst>
          </a:custGeom>
          <a:solidFill>
            <a:srgbClr val="0E375E"/>
          </a:solidFill>
        </p:spPr>
        <p:txBody>
          <a:bodyPr/>
          <a:lstStyle/>
          <a:p>
            <a:endParaRPr lang="es-MX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281ACF9-6B7A-A408-A393-6B4B023D683B}"/>
              </a:ext>
            </a:extLst>
          </p:cNvPr>
          <p:cNvSpPr txBox="1"/>
          <p:nvPr/>
        </p:nvSpPr>
        <p:spPr>
          <a:xfrm>
            <a:off x="7206084" y="1477208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sp>
        <p:nvSpPr>
          <p:cNvPr id="99" name="Freeform 37">
            <a:extLst>
              <a:ext uri="{FF2B5EF4-FFF2-40B4-BE49-F238E27FC236}">
                <a16:creationId xmlns:a16="http://schemas.microsoft.com/office/drawing/2014/main" id="{E35CFD2D-227F-4316-3B7E-E8A94954F241}"/>
              </a:ext>
            </a:extLst>
          </p:cNvPr>
          <p:cNvSpPr/>
          <p:nvPr/>
        </p:nvSpPr>
        <p:spPr>
          <a:xfrm>
            <a:off x="9286744" y="1726405"/>
            <a:ext cx="1832719" cy="575327"/>
          </a:xfrm>
          <a:prstGeom prst="roundRect">
            <a:avLst>
              <a:gd name="adj" fmla="val 50000"/>
            </a:avLst>
          </a:prstGeom>
          <a:solidFill>
            <a:srgbClr val="0D2C4B"/>
          </a:solidFill>
        </p:spPr>
        <p:txBody>
          <a:bodyPr/>
          <a:lstStyle/>
          <a:p>
            <a:endParaRPr lang="es-MX"/>
          </a:p>
        </p:txBody>
      </p:sp>
      <p:sp>
        <p:nvSpPr>
          <p:cNvPr id="100" name="TextBox 39">
            <a:extLst>
              <a:ext uri="{FF2B5EF4-FFF2-40B4-BE49-F238E27FC236}">
                <a16:creationId xmlns:a16="http://schemas.microsoft.com/office/drawing/2014/main" id="{A85957A9-3A97-BDEC-7300-C14B33B7EB9C}"/>
              </a:ext>
            </a:extLst>
          </p:cNvPr>
          <p:cNvSpPr txBox="1">
            <a:spLocks noChangeAspect="1"/>
          </p:cNvSpPr>
          <p:nvPr/>
        </p:nvSpPr>
        <p:spPr>
          <a:xfrm>
            <a:off x="972946" y="2455738"/>
            <a:ext cx="182388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070615"/>
                </a:solidFill>
                <a:latin typeface="Nunito"/>
              </a:rPr>
              <a:t>Analysis and documentation of processes to automate.</a:t>
            </a:r>
          </a:p>
        </p:txBody>
      </p:sp>
      <p:sp>
        <p:nvSpPr>
          <p:cNvPr id="101" name="TextBox 40">
            <a:extLst>
              <a:ext uri="{FF2B5EF4-FFF2-40B4-BE49-F238E27FC236}">
                <a16:creationId xmlns:a16="http://schemas.microsoft.com/office/drawing/2014/main" id="{67ED0CE9-FE4F-16F5-542E-36BC6B725B46}"/>
              </a:ext>
            </a:extLst>
          </p:cNvPr>
          <p:cNvSpPr txBox="1">
            <a:spLocks noChangeAspect="1"/>
          </p:cNvSpPr>
          <p:nvPr/>
        </p:nvSpPr>
        <p:spPr>
          <a:xfrm>
            <a:off x="3071317" y="2455738"/>
            <a:ext cx="1823880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070615"/>
                </a:solidFill>
                <a:latin typeface="Nunito"/>
              </a:rPr>
              <a:t>Construction and development of automations.</a:t>
            </a:r>
          </a:p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070615"/>
                </a:solidFill>
                <a:latin typeface="Nunito"/>
              </a:rPr>
              <a:t>Training of AI models.</a:t>
            </a:r>
          </a:p>
        </p:txBody>
      </p:sp>
      <p:sp>
        <p:nvSpPr>
          <p:cNvPr id="102" name="TextBox 41">
            <a:extLst>
              <a:ext uri="{FF2B5EF4-FFF2-40B4-BE49-F238E27FC236}">
                <a16:creationId xmlns:a16="http://schemas.microsoft.com/office/drawing/2014/main" id="{21CEAAC8-1192-27AB-2D91-8DFBFB67CE76}"/>
              </a:ext>
            </a:extLst>
          </p:cNvPr>
          <p:cNvSpPr txBox="1">
            <a:spLocks noChangeAspect="1"/>
          </p:cNvSpPr>
          <p:nvPr/>
        </p:nvSpPr>
        <p:spPr>
          <a:xfrm>
            <a:off x="5129845" y="2455738"/>
            <a:ext cx="182388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070615"/>
                </a:solidFill>
                <a:latin typeface="Nunito"/>
              </a:rPr>
              <a:t>Control and analysis of areas of opportunity in automated processes.</a:t>
            </a:r>
          </a:p>
        </p:txBody>
      </p:sp>
      <p:sp>
        <p:nvSpPr>
          <p:cNvPr id="103" name="TextBox 42">
            <a:extLst>
              <a:ext uri="{FF2B5EF4-FFF2-40B4-BE49-F238E27FC236}">
                <a16:creationId xmlns:a16="http://schemas.microsoft.com/office/drawing/2014/main" id="{FB6DC549-698F-2B2C-D029-CD950DAF8355}"/>
              </a:ext>
            </a:extLst>
          </p:cNvPr>
          <p:cNvSpPr txBox="1">
            <a:spLocks noChangeAspect="1"/>
          </p:cNvSpPr>
          <p:nvPr/>
        </p:nvSpPr>
        <p:spPr>
          <a:xfrm>
            <a:off x="7233721" y="2455738"/>
            <a:ext cx="182388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070615"/>
                </a:solidFill>
                <a:latin typeface="Nunito"/>
              </a:rPr>
              <a:t>Analysis of the behavior of automations and increase of their knowledge.</a:t>
            </a:r>
          </a:p>
        </p:txBody>
      </p:sp>
      <p:sp>
        <p:nvSpPr>
          <p:cNvPr id="104" name="TextBox 43">
            <a:extLst>
              <a:ext uri="{FF2B5EF4-FFF2-40B4-BE49-F238E27FC236}">
                <a16:creationId xmlns:a16="http://schemas.microsoft.com/office/drawing/2014/main" id="{1EE6B52F-2B2D-73FB-4ECF-A4AAE787A268}"/>
              </a:ext>
            </a:extLst>
          </p:cNvPr>
          <p:cNvSpPr txBox="1">
            <a:spLocks noChangeAspect="1"/>
          </p:cNvSpPr>
          <p:nvPr/>
        </p:nvSpPr>
        <p:spPr>
          <a:xfrm>
            <a:off x="9286744" y="2455738"/>
            <a:ext cx="1823880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070615"/>
                </a:solidFill>
                <a:latin typeface="Nunito"/>
              </a:rPr>
              <a:t>Continuous evolution. Adapting to changes in the process and refining their knowledge.</a:t>
            </a:r>
          </a:p>
        </p:txBody>
      </p:sp>
      <p:sp>
        <p:nvSpPr>
          <p:cNvPr id="105" name="AutoShape 44">
            <a:extLst>
              <a:ext uri="{FF2B5EF4-FFF2-40B4-BE49-F238E27FC236}">
                <a16:creationId xmlns:a16="http://schemas.microsoft.com/office/drawing/2014/main" id="{2C5DE934-C636-1F50-EE6E-6D8A3D4757A0}"/>
              </a:ext>
            </a:extLst>
          </p:cNvPr>
          <p:cNvSpPr>
            <a:spLocks noChangeAspect="1"/>
          </p:cNvSpPr>
          <p:nvPr/>
        </p:nvSpPr>
        <p:spPr>
          <a:xfrm rot="5313483">
            <a:off x="2687606" y="3550846"/>
            <a:ext cx="466382" cy="0"/>
          </a:xfrm>
          <a:prstGeom prst="line">
            <a:avLst/>
          </a:prstGeom>
          <a:ln w="19050" cap="rnd">
            <a:solidFill>
              <a:srgbClr val="0B4D83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s-MX"/>
          </a:p>
        </p:txBody>
      </p:sp>
      <p:sp>
        <p:nvSpPr>
          <p:cNvPr id="106" name="AutoShape 45">
            <a:extLst>
              <a:ext uri="{FF2B5EF4-FFF2-40B4-BE49-F238E27FC236}">
                <a16:creationId xmlns:a16="http://schemas.microsoft.com/office/drawing/2014/main" id="{A6D296A4-BE92-7740-A5E8-0AC172325DDD}"/>
              </a:ext>
            </a:extLst>
          </p:cNvPr>
          <p:cNvSpPr>
            <a:spLocks noChangeAspect="1"/>
          </p:cNvSpPr>
          <p:nvPr/>
        </p:nvSpPr>
        <p:spPr>
          <a:xfrm rot="5313483">
            <a:off x="4768265" y="3550846"/>
            <a:ext cx="466382" cy="0"/>
          </a:xfrm>
          <a:prstGeom prst="line">
            <a:avLst/>
          </a:prstGeom>
          <a:ln w="19050" cap="rnd">
            <a:solidFill>
              <a:srgbClr val="0B4D83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s-MX"/>
          </a:p>
        </p:txBody>
      </p:sp>
      <p:sp>
        <p:nvSpPr>
          <p:cNvPr id="107" name="AutoShape 46">
            <a:extLst>
              <a:ext uri="{FF2B5EF4-FFF2-40B4-BE49-F238E27FC236}">
                <a16:creationId xmlns:a16="http://schemas.microsoft.com/office/drawing/2014/main" id="{D8A51152-0763-DE2A-9573-E1AAA13804A7}"/>
              </a:ext>
            </a:extLst>
          </p:cNvPr>
          <p:cNvSpPr>
            <a:spLocks noChangeAspect="1"/>
          </p:cNvSpPr>
          <p:nvPr/>
        </p:nvSpPr>
        <p:spPr>
          <a:xfrm rot="5313483">
            <a:off x="6848924" y="3550846"/>
            <a:ext cx="466382" cy="0"/>
          </a:xfrm>
          <a:prstGeom prst="line">
            <a:avLst/>
          </a:prstGeom>
          <a:ln w="19050" cap="rnd">
            <a:solidFill>
              <a:srgbClr val="0B4D83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s-MX"/>
          </a:p>
        </p:txBody>
      </p:sp>
      <p:sp>
        <p:nvSpPr>
          <p:cNvPr id="108" name="AutoShape 47">
            <a:extLst>
              <a:ext uri="{FF2B5EF4-FFF2-40B4-BE49-F238E27FC236}">
                <a16:creationId xmlns:a16="http://schemas.microsoft.com/office/drawing/2014/main" id="{EF6C2D1C-C152-C543-C437-03BEF2932CE9}"/>
              </a:ext>
            </a:extLst>
          </p:cNvPr>
          <p:cNvSpPr>
            <a:spLocks noChangeAspect="1"/>
          </p:cNvSpPr>
          <p:nvPr/>
        </p:nvSpPr>
        <p:spPr>
          <a:xfrm rot="5313483">
            <a:off x="8929583" y="3550846"/>
            <a:ext cx="466382" cy="0"/>
          </a:xfrm>
          <a:prstGeom prst="line">
            <a:avLst/>
          </a:prstGeom>
          <a:ln w="19050" cap="rnd">
            <a:solidFill>
              <a:srgbClr val="0B4D83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s-MX"/>
          </a:p>
        </p:txBody>
      </p:sp>
      <p:sp>
        <p:nvSpPr>
          <p:cNvPr id="109" name="TextBox 48">
            <a:extLst>
              <a:ext uri="{FF2B5EF4-FFF2-40B4-BE49-F238E27FC236}">
                <a16:creationId xmlns:a16="http://schemas.microsoft.com/office/drawing/2014/main" id="{4D93EC98-9FEE-0DED-C274-572B8B4A9869}"/>
              </a:ext>
            </a:extLst>
          </p:cNvPr>
          <p:cNvSpPr txBox="1">
            <a:spLocks noChangeAspect="1"/>
          </p:cNvSpPr>
          <p:nvPr/>
        </p:nvSpPr>
        <p:spPr>
          <a:xfrm>
            <a:off x="7233721" y="1767847"/>
            <a:ext cx="182388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Nunito" pitchFamily="2" charset="77"/>
                <a:cs typeface="Arial" panose="020B0604020202020204" pitchFamily="34" charset="0"/>
              </a:rPr>
              <a:t>Continuous improvement</a:t>
            </a:r>
          </a:p>
        </p:txBody>
      </p:sp>
      <p:sp>
        <p:nvSpPr>
          <p:cNvPr id="110" name="TextBox 49">
            <a:extLst>
              <a:ext uri="{FF2B5EF4-FFF2-40B4-BE49-F238E27FC236}">
                <a16:creationId xmlns:a16="http://schemas.microsoft.com/office/drawing/2014/main" id="{784720BD-6D05-BB43-83C8-EC3D6F56F5E4}"/>
              </a:ext>
            </a:extLst>
          </p:cNvPr>
          <p:cNvSpPr txBox="1">
            <a:spLocks noChangeAspect="1"/>
          </p:cNvSpPr>
          <p:nvPr/>
        </p:nvSpPr>
        <p:spPr>
          <a:xfrm>
            <a:off x="3049185" y="1890958"/>
            <a:ext cx="182388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Nunito" pitchFamily="2" charset="77"/>
                <a:cs typeface="Arial" panose="020B0604020202020204" pitchFamily="34" charset="0"/>
              </a:rPr>
              <a:t>Automation</a:t>
            </a:r>
          </a:p>
        </p:txBody>
      </p:sp>
      <p:sp>
        <p:nvSpPr>
          <p:cNvPr id="111" name="TextBox 50">
            <a:extLst>
              <a:ext uri="{FF2B5EF4-FFF2-40B4-BE49-F238E27FC236}">
                <a16:creationId xmlns:a16="http://schemas.microsoft.com/office/drawing/2014/main" id="{8B6B9566-A8CA-27C9-5989-EAECC97EA37B}"/>
              </a:ext>
            </a:extLst>
          </p:cNvPr>
          <p:cNvSpPr txBox="1">
            <a:spLocks noChangeAspect="1"/>
          </p:cNvSpPr>
          <p:nvPr/>
        </p:nvSpPr>
        <p:spPr>
          <a:xfrm>
            <a:off x="5135149" y="1890958"/>
            <a:ext cx="182388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Nunito" pitchFamily="2" charset="77"/>
                <a:cs typeface="Arial" panose="020B0604020202020204" pitchFamily="34" charset="0"/>
              </a:rPr>
              <a:t>Stabilization</a:t>
            </a:r>
          </a:p>
        </p:txBody>
      </p:sp>
      <p:sp>
        <p:nvSpPr>
          <p:cNvPr id="112" name="TextBox 51">
            <a:extLst>
              <a:ext uri="{FF2B5EF4-FFF2-40B4-BE49-F238E27FC236}">
                <a16:creationId xmlns:a16="http://schemas.microsoft.com/office/drawing/2014/main" id="{81D4B1CD-CE51-D449-861A-1625B849219C}"/>
              </a:ext>
            </a:extLst>
          </p:cNvPr>
          <p:cNvSpPr txBox="1">
            <a:spLocks noChangeAspect="1"/>
          </p:cNvSpPr>
          <p:nvPr/>
        </p:nvSpPr>
        <p:spPr>
          <a:xfrm>
            <a:off x="972946" y="1890958"/>
            <a:ext cx="182388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Nunito" pitchFamily="2" charset="77"/>
                <a:cs typeface="Arial" panose="020B0604020202020204" pitchFamily="34" charset="0"/>
              </a:rPr>
              <a:t>Process Analysis</a:t>
            </a:r>
          </a:p>
        </p:txBody>
      </p:sp>
      <p:sp>
        <p:nvSpPr>
          <p:cNvPr id="113" name="TextBox 52">
            <a:extLst>
              <a:ext uri="{FF2B5EF4-FFF2-40B4-BE49-F238E27FC236}">
                <a16:creationId xmlns:a16="http://schemas.microsoft.com/office/drawing/2014/main" id="{5FC5A68E-49F5-1AFD-0C40-1ED11F4E65DF}"/>
              </a:ext>
            </a:extLst>
          </p:cNvPr>
          <p:cNvSpPr txBox="1">
            <a:spLocks noChangeAspect="1"/>
          </p:cNvSpPr>
          <p:nvPr/>
        </p:nvSpPr>
        <p:spPr>
          <a:xfrm>
            <a:off x="9286744" y="1890958"/>
            <a:ext cx="182388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Nunito" pitchFamily="2" charset="77"/>
                <a:cs typeface="Arial" panose="020B0604020202020204" pitchFamily="34" charset="0"/>
              </a:rPr>
              <a:t>Optimization</a:t>
            </a:r>
          </a:p>
        </p:txBody>
      </p:sp>
      <p:sp>
        <p:nvSpPr>
          <p:cNvPr id="114" name="Freeform 55">
            <a:extLst>
              <a:ext uri="{FF2B5EF4-FFF2-40B4-BE49-F238E27FC236}">
                <a16:creationId xmlns:a16="http://schemas.microsoft.com/office/drawing/2014/main" id="{5EDB9026-9E66-B716-2FBA-2916811F9344}"/>
              </a:ext>
            </a:extLst>
          </p:cNvPr>
          <p:cNvSpPr/>
          <p:nvPr/>
        </p:nvSpPr>
        <p:spPr>
          <a:xfrm>
            <a:off x="2331349" y="3963590"/>
            <a:ext cx="1178893" cy="3929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</p:spPr>
        <p:txBody>
          <a:bodyPr/>
          <a:lstStyle/>
          <a:p>
            <a:endParaRPr lang="es-MX"/>
          </a:p>
        </p:txBody>
      </p:sp>
      <p:sp>
        <p:nvSpPr>
          <p:cNvPr id="115" name="TextBox 57">
            <a:extLst>
              <a:ext uri="{FF2B5EF4-FFF2-40B4-BE49-F238E27FC236}">
                <a16:creationId xmlns:a16="http://schemas.microsoft.com/office/drawing/2014/main" id="{B7C8F635-AB21-343C-A6C8-43E86037C3D3}"/>
              </a:ext>
            </a:extLst>
          </p:cNvPr>
          <p:cNvSpPr txBox="1"/>
          <p:nvPr/>
        </p:nvSpPr>
        <p:spPr>
          <a:xfrm>
            <a:off x="2413851" y="4077994"/>
            <a:ext cx="1013891" cy="16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67">
                <a:solidFill>
                  <a:srgbClr val="545454"/>
                </a:solidFill>
                <a:latin typeface="Nunito"/>
              </a:rPr>
              <a:t>Quality door #1</a:t>
            </a:r>
          </a:p>
        </p:txBody>
      </p:sp>
      <p:sp>
        <p:nvSpPr>
          <p:cNvPr id="116" name="Freeform 60">
            <a:extLst>
              <a:ext uri="{FF2B5EF4-FFF2-40B4-BE49-F238E27FC236}">
                <a16:creationId xmlns:a16="http://schemas.microsoft.com/office/drawing/2014/main" id="{AF27F37F-077B-9DB2-2BB3-D282EB4DEC53}"/>
              </a:ext>
            </a:extLst>
          </p:cNvPr>
          <p:cNvSpPr/>
          <p:nvPr/>
        </p:nvSpPr>
        <p:spPr>
          <a:xfrm>
            <a:off x="4598855" y="3963590"/>
            <a:ext cx="805200" cy="39295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117" name="TextBox 62">
            <a:extLst>
              <a:ext uri="{FF2B5EF4-FFF2-40B4-BE49-F238E27FC236}">
                <a16:creationId xmlns:a16="http://schemas.microsoft.com/office/drawing/2014/main" id="{A0BACF14-BA3E-5315-DE2C-EBBF40FA7B45}"/>
              </a:ext>
            </a:extLst>
          </p:cNvPr>
          <p:cNvSpPr txBox="1"/>
          <p:nvPr/>
        </p:nvSpPr>
        <p:spPr>
          <a:xfrm>
            <a:off x="4494511" y="3995920"/>
            <a:ext cx="1013891" cy="32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67">
                <a:solidFill>
                  <a:srgbClr val="545454"/>
                </a:solidFill>
                <a:latin typeface="Nunito"/>
              </a:rPr>
              <a:t>Go</a:t>
            </a:r>
          </a:p>
          <a:p>
            <a:pPr algn="ctr"/>
            <a:r>
              <a:rPr lang="en-US" sz="1067">
                <a:solidFill>
                  <a:srgbClr val="545454"/>
                </a:solidFill>
                <a:latin typeface="Nunito"/>
              </a:rPr>
              <a:t>Live</a:t>
            </a:r>
          </a:p>
        </p:txBody>
      </p:sp>
      <p:sp>
        <p:nvSpPr>
          <p:cNvPr id="118" name="Freeform 65">
            <a:extLst>
              <a:ext uri="{FF2B5EF4-FFF2-40B4-BE49-F238E27FC236}">
                <a16:creationId xmlns:a16="http://schemas.microsoft.com/office/drawing/2014/main" id="{A591429A-FC3D-5771-548A-0290FA696A66}"/>
              </a:ext>
            </a:extLst>
          </p:cNvPr>
          <p:cNvSpPr/>
          <p:nvPr/>
        </p:nvSpPr>
        <p:spPr>
          <a:xfrm>
            <a:off x="6492668" y="3963590"/>
            <a:ext cx="1178893" cy="39295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119" name="TextBox 67">
            <a:extLst>
              <a:ext uri="{FF2B5EF4-FFF2-40B4-BE49-F238E27FC236}">
                <a16:creationId xmlns:a16="http://schemas.microsoft.com/office/drawing/2014/main" id="{A94661A7-8D1E-2100-66F1-B9CE1906CB56}"/>
              </a:ext>
            </a:extLst>
          </p:cNvPr>
          <p:cNvSpPr txBox="1"/>
          <p:nvPr/>
        </p:nvSpPr>
        <p:spPr>
          <a:xfrm>
            <a:off x="6575170" y="4077994"/>
            <a:ext cx="1013891" cy="16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67">
                <a:solidFill>
                  <a:srgbClr val="545454"/>
                </a:solidFill>
                <a:latin typeface="Nunito"/>
              </a:rPr>
              <a:t>Quality door #2</a:t>
            </a:r>
          </a:p>
        </p:txBody>
      </p:sp>
      <p:sp>
        <p:nvSpPr>
          <p:cNvPr id="120" name="Freeform 70">
            <a:extLst>
              <a:ext uri="{FF2B5EF4-FFF2-40B4-BE49-F238E27FC236}">
                <a16:creationId xmlns:a16="http://schemas.microsoft.com/office/drawing/2014/main" id="{A84D963A-CC20-54B8-3EFD-F8809315E775}"/>
              </a:ext>
            </a:extLst>
          </p:cNvPr>
          <p:cNvSpPr/>
          <p:nvPr/>
        </p:nvSpPr>
        <p:spPr>
          <a:xfrm>
            <a:off x="3558525" y="3963590"/>
            <a:ext cx="805200" cy="39295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121" name="TextBox 72">
            <a:extLst>
              <a:ext uri="{FF2B5EF4-FFF2-40B4-BE49-F238E27FC236}">
                <a16:creationId xmlns:a16="http://schemas.microsoft.com/office/drawing/2014/main" id="{BB93FBA0-F6B6-FF3B-8F93-641188EECBB1}"/>
              </a:ext>
            </a:extLst>
          </p:cNvPr>
          <p:cNvSpPr txBox="1"/>
          <p:nvPr/>
        </p:nvSpPr>
        <p:spPr>
          <a:xfrm>
            <a:off x="3454181" y="3995920"/>
            <a:ext cx="1013891" cy="32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67">
                <a:solidFill>
                  <a:srgbClr val="545454"/>
                </a:solidFill>
                <a:latin typeface="Nunito"/>
              </a:rPr>
              <a:t>Pilot</a:t>
            </a:r>
          </a:p>
          <a:p>
            <a:pPr algn="ctr"/>
            <a:r>
              <a:rPr lang="en-US" sz="1067">
                <a:solidFill>
                  <a:srgbClr val="545454"/>
                </a:solidFill>
                <a:latin typeface="Nunito"/>
              </a:rPr>
              <a:t>Go live</a:t>
            </a:r>
          </a:p>
        </p:txBody>
      </p:sp>
      <p:sp>
        <p:nvSpPr>
          <p:cNvPr id="122" name="Freeform 75">
            <a:extLst>
              <a:ext uri="{FF2B5EF4-FFF2-40B4-BE49-F238E27FC236}">
                <a16:creationId xmlns:a16="http://schemas.microsoft.com/office/drawing/2014/main" id="{0012180F-8C36-BB88-902F-6AF69F6D3A4C}"/>
              </a:ext>
            </a:extLst>
          </p:cNvPr>
          <p:cNvSpPr/>
          <p:nvPr/>
        </p:nvSpPr>
        <p:spPr>
          <a:xfrm>
            <a:off x="8573328" y="3963590"/>
            <a:ext cx="1178893" cy="39295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123" name="TextBox 77">
            <a:extLst>
              <a:ext uri="{FF2B5EF4-FFF2-40B4-BE49-F238E27FC236}">
                <a16:creationId xmlns:a16="http://schemas.microsoft.com/office/drawing/2014/main" id="{9AB34C48-3F60-0B34-A380-E8C3202C7041}"/>
              </a:ext>
            </a:extLst>
          </p:cNvPr>
          <p:cNvSpPr txBox="1"/>
          <p:nvPr/>
        </p:nvSpPr>
        <p:spPr>
          <a:xfrm>
            <a:off x="8655830" y="4077994"/>
            <a:ext cx="1013891" cy="16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67">
                <a:solidFill>
                  <a:srgbClr val="545454"/>
                </a:solidFill>
                <a:latin typeface="Nunito"/>
              </a:rPr>
              <a:t>Quality door #3</a:t>
            </a:r>
          </a:p>
        </p:txBody>
      </p:sp>
      <p:sp>
        <p:nvSpPr>
          <p:cNvPr id="124" name="AutoShape 78">
            <a:extLst>
              <a:ext uri="{FF2B5EF4-FFF2-40B4-BE49-F238E27FC236}">
                <a16:creationId xmlns:a16="http://schemas.microsoft.com/office/drawing/2014/main" id="{63AA3D51-892E-32D7-8987-DC4A4D0EC5F2}"/>
              </a:ext>
            </a:extLst>
          </p:cNvPr>
          <p:cNvSpPr>
            <a:spLocks noChangeAspect="1"/>
          </p:cNvSpPr>
          <p:nvPr/>
        </p:nvSpPr>
        <p:spPr>
          <a:xfrm>
            <a:off x="812800" y="5921049"/>
            <a:ext cx="10457971" cy="0"/>
          </a:xfrm>
          <a:prstGeom prst="line">
            <a:avLst/>
          </a:prstGeom>
          <a:ln w="952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_tradnl" sz="1200">
              <a:latin typeface="Nunito" pitchFamily="2" charset="77"/>
              <a:cs typeface="Arial" panose="020B0604020202020204" pitchFamily="34" charset="0"/>
            </a:endParaRPr>
          </a:p>
        </p:txBody>
      </p:sp>
      <p:sp>
        <p:nvSpPr>
          <p:cNvPr id="125" name="AutoShape 79">
            <a:extLst>
              <a:ext uri="{FF2B5EF4-FFF2-40B4-BE49-F238E27FC236}">
                <a16:creationId xmlns:a16="http://schemas.microsoft.com/office/drawing/2014/main" id="{6D783ACC-60B1-86F2-208C-B5883836FF4B}"/>
              </a:ext>
            </a:extLst>
          </p:cNvPr>
          <p:cNvSpPr>
            <a:spLocks noChangeAspect="1"/>
          </p:cNvSpPr>
          <p:nvPr/>
        </p:nvSpPr>
        <p:spPr>
          <a:xfrm>
            <a:off x="812800" y="5008554"/>
            <a:ext cx="3925131" cy="0"/>
          </a:xfrm>
          <a:prstGeom prst="line">
            <a:avLst/>
          </a:prstGeom>
          <a:ln w="952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_tradnl" sz="1200">
              <a:latin typeface="Nunito" pitchFamily="2" charset="77"/>
              <a:cs typeface="Arial" panose="020B0604020202020204" pitchFamily="34" charset="0"/>
            </a:endParaRPr>
          </a:p>
        </p:txBody>
      </p:sp>
      <p:sp>
        <p:nvSpPr>
          <p:cNvPr id="126" name="AutoShape 80">
            <a:extLst>
              <a:ext uri="{FF2B5EF4-FFF2-40B4-BE49-F238E27FC236}">
                <a16:creationId xmlns:a16="http://schemas.microsoft.com/office/drawing/2014/main" id="{CE1DCBF8-ABAA-7C6C-764A-9AF167C6FBCE}"/>
              </a:ext>
            </a:extLst>
          </p:cNvPr>
          <p:cNvSpPr>
            <a:spLocks noChangeAspect="1"/>
          </p:cNvSpPr>
          <p:nvPr/>
        </p:nvSpPr>
        <p:spPr>
          <a:xfrm>
            <a:off x="7345640" y="5008554"/>
            <a:ext cx="3925131" cy="0"/>
          </a:xfrm>
          <a:prstGeom prst="line">
            <a:avLst/>
          </a:prstGeom>
          <a:ln w="952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_tradnl" sz="1200">
              <a:latin typeface="Nunito" pitchFamily="2" charset="77"/>
              <a:cs typeface="Arial" panose="020B0604020202020204" pitchFamily="34" charset="0"/>
            </a:endParaRPr>
          </a:p>
        </p:txBody>
      </p:sp>
      <p:sp>
        <p:nvSpPr>
          <p:cNvPr id="127" name="TextBox 81">
            <a:extLst>
              <a:ext uri="{FF2B5EF4-FFF2-40B4-BE49-F238E27FC236}">
                <a16:creationId xmlns:a16="http://schemas.microsoft.com/office/drawing/2014/main" id="{ADCE3198-685E-4158-9058-4790B1BF5E9C}"/>
              </a:ext>
            </a:extLst>
          </p:cNvPr>
          <p:cNvSpPr txBox="1">
            <a:spLocks noChangeAspect="1"/>
          </p:cNvSpPr>
          <p:nvPr/>
        </p:nvSpPr>
        <p:spPr>
          <a:xfrm>
            <a:off x="4748464" y="4799144"/>
            <a:ext cx="2597175" cy="395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67">
                <a:solidFill>
                  <a:srgbClr val="171A42"/>
                </a:solidFill>
                <a:latin typeface="Nunito" pitchFamily="2" charset="77"/>
                <a:cs typeface="Arial" panose="020B0604020202020204" pitchFamily="34" charset="0"/>
              </a:rPr>
              <a:t>Digitized Governance</a:t>
            </a:r>
          </a:p>
        </p:txBody>
      </p:sp>
      <p:sp>
        <p:nvSpPr>
          <p:cNvPr id="128" name="TextBox 82">
            <a:extLst>
              <a:ext uri="{FF2B5EF4-FFF2-40B4-BE49-F238E27FC236}">
                <a16:creationId xmlns:a16="http://schemas.microsoft.com/office/drawing/2014/main" id="{DFCCD0A9-A8FD-C630-5831-57146BF9842C}"/>
              </a:ext>
            </a:extLst>
          </p:cNvPr>
          <p:cNvSpPr txBox="1">
            <a:spLocks noChangeAspect="1"/>
          </p:cNvSpPr>
          <p:nvPr/>
        </p:nvSpPr>
        <p:spPr>
          <a:xfrm>
            <a:off x="964107" y="5343660"/>
            <a:ext cx="182388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70615"/>
                </a:solidFill>
                <a:latin typeface="Nunito" pitchFamily="2" charset="77"/>
                <a:cs typeface="Arial" panose="020B0604020202020204" pitchFamily="34" charset="0"/>
              </a:rPr>
              <a:t>Quantitative monitoring</a:t>
            </a:r>
          </a:p>
          <a:p>
            <a:pPr algn="ctr"/>
            <a:r>
              <a:rPr lang="en-US" sz="1200">
                <a:solidFill>
                  <a:srgbClr val="070615"/>
                </a:solidFill>
                <a:latin typeface="Nunito" pitchFamily="2" charset="77"/>
                <a:cs typeface="Arial" panose="020B0604020202020204" pitchFamily="34" charset="0"/>
              </a:rPr>
              <a:t>and control</a:t>
            </a:r>
          </a:p>
        </p:txBody>
      </p:sp>
      <p:sp>
        <p:nvSpPr>
          <p:cNvPr id="129" name="TextBox 83">
            <a:extLst>
              <a:ext uri="{FF2B5EF4-FFF2-40B4-BE49-F238E27FC236}">
                <a16:creationId xmlns:a16="http://schemas.microsoft.com/office/drawing/2014/main" id="{E2A0F22F-7C6F-8BA5-0FB2-C314F3C76D9C}"/>
              </a:ext>
            </a:extLst>
          </p:cNvPr>
          <p:cNvSpPr txBox="1">
            <a:spLocks noChangeAspect="1"/>
          </p:cNvSpPr>
          <p:nvPr/>
        </p:nvSpPr>
        <p:spPr>
          <a:xfrm>
            <a:off x="3062476" y="5251327"/>
            <a:ext cx="182388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70615"/>
                </a:solidFill>
                <a:latin typeface="Nunito" pitchFamily="2" charset="77"/>
                <a:cs typeface="Arial" panose="020B0604020202020204" pitchFamily="34" charset="0"/>
              </a:rPr>
              <a:t>Management of knowledge and configuration</a:t>
            </a:r>
          </a:p>
        </p:txBody>
      </p:sp>
      <p:sp>
        <p:nvSpPr>
          <p:cNvPr id="130" name="TextBox 84">
            <a:extLst>
              <a:ext uri="{FF2B5EF4-FFF2-40B4-BE49-F238E27FC236}">
                <a16:creationId xmlns:a16="http://schemas.microsoft.com/office/drawing/2014/main" id="{D5084A97-6D72-3174-1486-D5A96E1F98E6}"/>
              </a:ext>
            </a:extLst>
          </p:cNvPr>
          <p:cNvSpPr txBox="1">
            <a:spLocks noChangeAspect="1"/>
          </p:cNvSpPr>
          <p:nvPr/>
        </p:nvSpPr>
        <p:spPr>
          <a:xfrm>
            <a:off x="5121005" y="5343660"/>
            <a:ext cx="182388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70615"/>
                </a:solidFill>
                <a:latin typeface="Nunito" pitchFamily="2" charset="77"/>
                <a:cs typeface="Arial" panose="020B0604020202020204" pitchFamily="34" charset="0"/>
              </a:rPr>
              <a:t>Risk and problem management</a:t>
            </a:r>
          </a:p>
        </p:txBody>
      </p:sp>
      <p:sp>
        <p:nvSpPr>
          <p:cNvPr id="131" name="TextBox 85">
            <a:extLst>
              <a:ext uri="{FF2B5EF4-FFF2-40B4-BE49-F238E27FC236}">
                <a16:creationId xmlns:a16="http://schemas.microsoft.com/office/drawing/2014/main" id="{F993A9BB-6992-1624-136A-5235DFF05246}"/>
              </a:ext>
            </a:extLst>
          </p:cNvPr>
          <p:cNvSpPr txBox="1">
            <a:spLocks noChangeAspect="1"/>
          </p:cNvSpPr>
          <p:nvPr/>
        </p:nvSpPr>
        <p:spPr>
          <a:xfrm>
            <a:off x="7224880" y="5343660"/>
            <a:ext cx="182388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70615"/>
                </a:solidFill>
                <a:latin typeface="Nunito" pitchFamily="2" charset="77"/>
                <a:cs typeface="Arial" panose="020B0604020202020204" pitchFamily="34" charset="0"/>
              </a:rPr>
              <a:t>Digitized follow up and monitoring</a:t>
            </a:r>
          </a:p>
        </p:txBody>
      </p:sp>
      <p:sp>
        <p:nvSpPr>
          <p:cNvPr id="132" name="TextBox 86">
            <a:extLst>
              <a:ext uri="{FF2B5EF4-FFF2-40B4-BE49-F238E27FC236}">
                <a16:creationId xmlns:a16="http://schemas.microsoft.com/office/drawing/2014/main" id="{0FA4A6EC-A9C6-F8D1-1982-1BC2B188C522}"/>
              </a:ext>
            </a:extLst>
          </p:cNvPr>
          <p:cNvSpPr txBox="1">
            <a:spLocks noChangeAspect="1"/>
          </p:cNvSpPr>
          <p:nvPr/>
        </p:nvSpPr>
        <p:spPr>
          <a:xfrm>
            <a:off x="9277904" y="5343660"/>
            <a:ext cx="182388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70615"/>
                </a:solidFill>
                <a:latin typeface="Nunito" pitchFamily="2" charset="77"/>
                <a:cs typeface="Arial" panose="020B0604020202020204" pitchFamily="34" charset="0"/>
              </a:rPr>
              <a:t>Organizational change management</a:t>
            </a:r>
          </a:p>
        </p:txBody>
      </p:sp>
    </p:spTree>
    <p:extLst>
      <p:ext uri="{BB962C8B-B14F-4D97-AF65-F5344CB8AC3E}">
        <p14:creationId xmlns:p14="http://schemas.microsoft.com/office/powerpoint/2010/main" val="108436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0102B-6BDC-33E9-1DDF-DF210DF74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1323900"/>
            <a:ext cx="10871201" cy="735111"/>
          </a:xfrm>
        </p:spPr>
        <p:txBody>
          <a:bodyPr/>
          <a:lstStyle/>
          <a:p>
            <a:r>
              <a:rPr lang="en-US" sz="1400"/>
              <a:t>When screening processes, we work according to an evaluation model that indicates whether the process is well suited for automation. </a:t>
            </a:r>
            <a:r>
              <a:rPr lang="en-US" sz="1400">
                <a:latin typeface="Nunito" pitchFamily="2" charset="77"/>
              </a:rPr>
              <a:t>We evaluate potential automation processes based on Criteria of Value and Complexity as seen in our Evaluation Matrix.</a:t>
            </a:r>
            <a:endParaRPr lang="es-MX" sz="1400">
              <a:latin typeface="Nunito" pitchFamily="2" charset="77"/>
            </a:endParaRPr>
          </a:p>
          <a:p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Evaluation Model</a:t>
            </a:r>
          </a:p>
        </p:txBody>
      </p:sp>
      <p:sp>
        <p:nvSpPr>
          <p:cNvPr id="93" name="TextBox 22">
            <a:extLst>
              <a:ext uri="{FF2B5EF4-FFF2-40B4-BE49-F238E27FC236}">
                <a16:creationId xmlns:a16="http://schemas.microsoft.com/office/drawing/2014/main" id="{663A8BF7-54C0-F43A-211C-AD68D2AA79F9}"/>
              </a:ext>
            </a:extLst>
          </p:cNvPr>
          <p:cNvSpPr txBox="1"/>
          <p:nvPr/>
        </p:nvSpPr>
        <p:spPr>
          <a:xfrm>
            <a:off x="964107" y="1477208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sp>
        <p:nvSpPr>
          <p:cNvPr id="96" name="TextBox 32">
            <a:extLst>
              <a:ext uri="{FF2B5EF4-FFF2-40B4-BE49-F238E27FC236}">
                <a16:creationId xmlns:a16="http://schemas.microsoft.com/office/drawing/2014/main" id="{F050A075-FF0E-D40A-B53E-A9CC6A60DE6B}"/>
              </a:ext>
            </a:extLst>
          </p:cNvPr>
          <p:cNvSpPr txBox="1"/>
          <p:nvPr/>
        </p:nvSpPr>
        <p:spPr>
          <a:xfrm>
            <a:off x="5125425" y="1477208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281ACF9-6B7A-A408-A393-6B4B023D683B}"/>
              </a:ext>
            </a:extLst>
          </p:cNvPr>
          <p:cNvSpPr txBox="1"/>
          <p:nvPr/>
        </p:nvSpPr>
        <p:spPr>
          <a:xfrm>
            <a:off x="7206084" y="1477208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AC67C95-EBE8-6C36-A16C-8B8A512FFDB5}"/>
              </a:ext>
            </a:extLst>
          </p:cNvPr>
          <p:cNvGrpSpPr/>
          <p:nvPr/>
        </p:nvGrpSpPr>
        <p:grpSpPr>
          <a:xfrm>
            <a:off x="708366" y="2700924"/>
            <a:ext cx="2402347" cy="2674176"/>
            <a:chOff x="1050773" y="1629373"/>
            <a:chExt cx="1985411" cy="2210063"/>
          </a:xfrm>
        </p:grpSpPr>
        <p:sp>
          <p:nvSpPr>
            <p:cNvPr id="41" name="Block Arc 40">
              <a:extLst>
                <a:ext uri="{FF2B5EF4-FFF2-40B4-BE49-F238E27FC236}">
                  <a16:creationId xmlns:a16="http://schemas.microsoft.com/office/drawing/2014/main" id="{AEF10B6E-9E74-3380-7D4B-CBA3FEC9097B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12600000"/>
                <a:gd name="adj2" fmla="val 162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05180"/>
                <a:satOff val="2788"/>
                <a:lumOff val="392"/>
                <a:alphaOff val="0"/>
              </a:schemeClr>
            </a:fillRef>
            <a:effectRef idx="0">
              <a:schemeClr val="accent2">
                <a:hueOff val="-2405180"/>
                <a:satOff val="2788"/>
                <a:lumOff val="39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42" name="Block Arc 41">
              <a:extLst>
                <a:ext uri="{FF2B5EF4-FFF2-40B4-BE49-F238E27FC236}">
                  <a16:creationId xmlns:a16="http://schemas.microsoft.com/office/drawing/2014/main" id="{87B8EE29-1834-9236-47D5-E7301321BEAD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9000000"/>
                <a:gd name="adj2" fmla="val 126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924144"/>
                <a:satOff val="2230"/>
                <a:lumOff val="314"/>
                <a:alphaOff val="0"/>
              </a:schemeClr>
            </a:fillRef>
            <a:effectRef idx="0">
              <a:schemeClr val="accent2">
                <a:hueOff val="-1924144"/>
                <a:satOff val="2230"/>
                <a:lumOff val="31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43" name="Block Arc 42">
              <a:extLst>
                <a:ext uri="{FF2B5EF4-FFF2-40B4-BE49-F238E27FC236}">
                  <a16:creationId xmlns:a16="http://schemas.microsoft.com/office/drawing/2014/main" id="{3429A9A8-E847-0D94-5EA8-811CAE5C87E0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5400000"/>
                <a:gd name="adj2" fmla="val 90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43108"/>
                <a:satOff val="1673"/>
                <a:lumOff val="235"/>
                <a:alphaOff val="0"/>
              </a:schemeClr>
            </a:fillRef>
            <a:effectRef idx="0">
              <a:schemeClr val="accent2">
                <a:hueOff val="-1443108"/>
                <a:satOff val="1673"/>
                <a:lumOff val="235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44" name="Block Arc 43">
              <a:extLst>
                <a:ext uri="{FF2B5EF4-FFF2-40B4-BE49-F238E27FC236}">
                  <a16:creationId xmlns:a16="http://schemas.microsoft.com/office/drawing/2014/main" id="{9E400EA0-8095-4FDD-4A51-55A4809E29C6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1800000"/>
                <a:gd name="adj2" fmla="val 54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62072"/>
                <a:satOff val="1115"/>
                <a:lumOff val="157"/>
                <a:alphaOff val="0"/>
              </a:schemeClr>
            </a:fillRef>
            <a:effectRef idx="0">
              <a:schemeClr val="accent2">
                <a:hueOff val="-962072"/>
                <a:satOff val="1115"/>
                <a:lumOff val="15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45" name="Block Arc 44">
              <a:extLst>
                <a:ext uri="{FF2B5EF4-FFF2-40B4-BE49-F238E27FC236}">
                  <a16:creationId xmlns:a16="http://schemas.microsoft.com/office/drawing/2014/main" id="{8E625578-8057-561B-E14B-F7F1F17FE42B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19800000"/>
                <a:gd name="adj2" fmla="val 18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481036"/>
                <a:satOff val="558"/>
                <a:lumOff val="78"/>
                <a:alphaOff val="0"/>
              </a:schemeClr>
            </a:fillRef>
            <a:effectRef idx="0">
              <a:schemeClr val="accent2">
                <a:hueOff val="-481036"/>
                <a:satOff val="558"/>
                <a:lumOff val="7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46" name="Block Arc 45">
              <a:extLst>
                <a:ext uri="{FF2B5EF4-FFF2-40B4-BE49-F238E27FC236}">
                  <a16:creationId xmlns:a16="http://schemas.microsoft.com/office/drawing/2014/main" id="{51ED7C33-ADCD-4013-CFE6-513BA55010BC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16200000"/>
                <a:gd name="adj2" fmla="val 198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71C70B2-9314-A64F-0581-F2E31F52E954}"/>
                </a:ext>
              </a:extLst>
            </p:cNvPr>
            <p:cNvSpPr/>
            <p:nvPr/>
          </p:nvSpPr>
          <p:spPr>
            <a:xfrm>
              <a:off x="1662596" y="2353522"/>
              <a:ext cx="761765" cy="761765"/>
            </a:xfrm>
            <a:custGeom>
              <a:avLst/>
              <a:gdLst>
                <a:gd name="connsiteX0" fmla="*/ 0 w 761765"/>
                <a:gd name="connsiteY0" fmla="*/ 380883 h 761765"/>
                <a:gd name="connsiteX1" fmla="*/ 380883 w 761765"/>
                <a:gd name="connsiteY1" fmla="*/ 0 h 761765"/>
                <a:gd name="connsiteX2" fmla="*/ 761766 w 761765"/>
                <a:gd name="connsiteY2" fmla="*/ 380883 h 761765"/>
                <a:gd name="connsiteX3" fmla="*/ 380883 w 761765"/>
                <a:gd name="connsiteY3" fmla="*/ 761766 h 761765"/>
                <a:gd name="connsiteX4" fmla="*/ 0 w 761765"/>
                <a:gd name="connsiteY4" fmla="*/ 380883 h 76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765" h="761765">
                  <a:moveTo>
                    <a:pt x="0" y="380883"/>
                  </a:moveTo>
                  <a:cubicBezTo>
                    <a:pt x="0" y="170527"/>
                    <a:pt x="170527" y="0"/>
                    <a:pt x="380883" y="0"/>
                  </a:cubicBezTo>
                  <a:cubicBezTo>
                    <a:pt x="591239" y="0"/>
                    <a:pt x="761766" y="170527"/>
                    <a:pt x="761766" y="380883"/>
                  </a:cubicBezTo>
                  <a:cubicBezTo>
                    <a:pt x="761766" y="591239"/>
                    <a:pt x="591239" y="761766"/>
                    <a:pt x="380883" y="761766"/>
                  </a:cubicBezTo>
                  <a:cubicBezTo>
                    <a:pt x="170527" y="761766"/>
                    <a:pt x="0" y="591239"/>
                    <a:pt x="0" y="380883"/>
                  </a:cubicBezTo>
                  <a:close/>
                </a:path>
              </a:pathLst>
            </a:custGeom>
            <a:solidFill>
              <a:srgbClr val="0096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4258" tIns="124258" rIns="124258" bIns="124258" numCol="1" spcCol="1270" anchor="ctr" anchorCtr="0">
              <a:noAutofit/>
            </a:bodyPr>
            <a:lstStyle/>
            <a:p>
              <a:pPr algn="ctr" defTabSz="44452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000" b="1">
                  <a:solidFill>
                    <a:srgbClr val="FEFFFF"/>
                  </a:solidFill>
                  <a:latin typeface="Nunito" pitchFamily="2" charset="77"/>
                </a:rPr>
                <a:t>VALUE</a:t>
              </a: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1DA7D436-4C71-FAEE-35B1-EC76C5BD8866}"/>
                </a:ext>
              </a:extLst>
            </p:cNvPr>
            <p:cNvSpPr/>
            <p:nvPr/>
          </p:nvSpPr>
          <p:spPr>
            <a:xfrm>
              <a:off x="1776860" y="1629373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6BFCD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1</a:t>
              </a: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3DCD50F-468C-2DB0-6131-B061A6B79EF1}"/>
                </a:ext>
              </a:extLst>
            </p:cNvPr>
            <p:cNvSpPr/>
            <p:nvPr/>
          </p:nvSpPr>
          <p:spPr>
            <a:xfrm>
              <a:off x="2502948" y="2048580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5CEC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481036"/>
                <a:satOff val="558"/>
                <a:lumOff val="78"/>
                <a:alphaOff val="0"/>
              </a:schemeClr>
            </a:fillRef>
            <a:effectRef idx="0">
              <a:schemeClr val="accent2">
                <a:hueOff val="-481036"/>
                <a:satOff val="558"/>
                <a:lumOff val="7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2</a:t>
              </a: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CA398B3-4076-2712-B3DA-EB5BEC53E082}"/>
                </a:ext>
              </a:extLst>
            </p:cNvPr>
            <p:cNvSpPr/>
            <p:nvPr/>
          </p:nvSpPr>
          <p:spPr>
            <a:xfrm>
              <a:off x="2502948" y="2886993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5CFAB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62072"/>
                <a:satOff val="1115"/>
                <a:lumOff val="157"/>
                <a:alphaOff val="0"/>
              </a:schemeClr>
            </a:fillRef>
            <a:effectRef idx="0">
              <a:schemeClr val="accent2">
                <a:hueOff val="-962072"/>
                <a:satOff val="1115"/>
                <a:lumOff val="15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3</a:t>
              </a: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300FB66C-BA60-4A2E-90C6-1311C891DD17}"/>
                </a:ext>
              </a:extLst>
            </p:cNvPr>
            <p:cNvSpPr/>
            <p:nvPr/>
          </p:nvSpPr>
          <p:spPr>
            <a:xfrm>
              <a:off x="1776860" y="3306200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4D09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43108"/>
                <a:satOff val="1673"/>
                <a:lumOff val="235"/>
                <a:alphaOff val="0"/>
              </a:schemeClr>
            </a:fillRef>
            <a:effectRef idx="0">
              <a:schemeClr val="accent2">
                <a:hueOff val="-1443108"/>
                <a:satOff val="1673"/>
                <a:lumOff val="23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4</a:t>
              </a: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7D02090-1B31-BF92-2651-4904A9F9A4CE}"/>
                </a:ext>
              </a:extLst>
            </p:cNvPr>
            <p:cNvSpPr/>
            <p:nvPr/>
          </p:nvSpPr>
          <p:spPr>
            <a:xfrm>
              <a:off x="1050773" y="2886993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4D17A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924144"/>
                <a:satOff val="2230"/>
                <a:lumOff val="314"/>
                <a:alphaOff val="0"/>
              </a:schemeClr>
            </a:fillRef>
            <a:effectRef idx="0">
              <a:schemeClr val="accent2">
                <a:hueOff val="-1924144"/>
                <a:satOff val="2230"/>
                <a:lumOff val="3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5</a:t>
              </a: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468ABE0-3588-950B-2EA2-B5518A8A54C4}"/>
                </a:ext>
              </a:extLst>
            </p:cNvPr>
            <p:cNvSpPr/>
            <p:nvPr/>
          </p:nvSpPr>
          <p:spPr>
            <a:xfrm>
              <a:off x="1050773" y="2048580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3D26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05180"/>
                <a:satOff val="2788"/>
                <a:lumOff val="392"/>
                <a:alphaOff val="0"/>
              </a:schemeClr>
            </a:fillRef>
            <a:effectRef idx="0">
              <a:schemeClr val="accent2">
                <a:hueOff val="-2405180"/>
                <a:satOff val="2788"/>
                <a:lumOff val="39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6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9AF80B5-F82C-CDF0-27DC-4EEAB520CCB6}"/>
              </a:ext>
            </a:extLst>
          </p:cNvPr>
          <p:cNvGrpSpPr/>
          <p:nvPr/>
        </p:nvGrpSpPr>
        <p:grpSpPr>
          <a:xfrm>
            <a:off x="4281644" y="2699674"/>
            <a:ext cx="2799668" cy="2697936"/>
            <a:chOff x="5044607" y="1630185"/>
            <a:chExt cx="2313775" cy="2229698"/>
          </a:xfrm>
        </p:grpSpPr>
        <p:sp>
          <p:nvSpPr>
            <p:cNvPr id="55" name="Block Arc 54">
              <a:extLst>
                <a:ext uri="{FF2B5EF4-FFF2-40B4-BE49-F238E27FC236}">
                  <a16:creationId xmlns:a16="http://schemas.microsoft.com/office/drawing/2014/main" id="{A6335C1C-7102-7219-D378-92C211DDE619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11880000"/>
                <a:gd name="adj2" fmla="val 1620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05180"/>
                <a:satOff val="2788"/>
                <a:lumOff val="392"/>
                <a:alphaOff val="0"/>
              </a:schemeClr>
            </a:fillRef>
            <a:effectRef idx="0">
              <a:schemeClr val="accent2">
                <a:hueOff val="-2405180"/>
                <a:satOff val="2788"/>
                <a:lumOff val="39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56" name="Block Arc 55">
              <a:extLst>
                <a:ext uri="{FF2B5EF4-FFF2-40B4-BE49-F238E27FC236}">
                  <a16:creationId xmlns:a16="http://schemas.microsoft.com/office/drawing/2014/main" id="{FDF13394-DDF6-7A62-340B-9284C0564AC0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7560000"/>
                <a:gd name="adj2" fmla="val 1188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803885"/>
                <a:satOff val="2091"/>
                <a:lumOff val="294"/>
                <a:alphaOff val="0"/>
              </a:schemeClr>
            </a:fillRef>
            <a:effectRef idx="0">
              <a:schemeClr val="accent2">
                <a:hueOff val="-1803885"/>
                <a:satOff val="2091"/>
                <a:lumOff val="29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57" name="Block Arc 56">
              <a:extLst>
                <a:ext uri="{FF2B5EF4-FFF2-40B4-BE49-F238E27FC236}">
                  <a16:creationId xmlns:a16="http://schemas.microsoft.com/office/drawing/2014/main" id="{496EBA68-EAC4-B985-55C4-B9C5B99D8C96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3240000"/>
                <a:gd name="adj2" fmla="val 756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202590"/>
                <a:satOff val="1394"/>
                <a:lumOff val="196"/>
                <a:alphaOff val="0"/>
              </a:schemeClr>
            </a:fillRef>
            <a:effectRef idx="0">
              <a:schemeClr val="accent2">
                <a:hueOff val="-1202590"/>
                <a:satOff val="1394"/>
                <a:lumOff val="19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58" name="Block Arc 57">
              <a:extLst>
                <a:ext uri="{FF2B5EF4-FFF2-40B4-BE49-F238E27FC236}">
                  <a16:creationId xmlns:a16="http://schemas.microsoft.com/office/drawing/2014/main" id="{38F56455-6D27-CEA7-C1F2-F315CB8BD2FB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20520000"/>
                <a:gd name="adj2" fmla="val 324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601295"/>
                <a:satOff val="697"/>
                <a:lumOff val="98"/>
                <a:alphaOff val="0"/>
              </a:schemeClr>
            </a:fillRef>
            <a:effectRef idx="0">
              <a:schemeClr val="accent2">
                <a:hueOff val="-601295"/>
                <a:satOff val="697"/>
                <a:lumOff val="9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59" name="Block Arc 58">
              <a:extLst>
                <a:ext uri="{FF2B5EF4-FFF2-40B4-BE49-F238E27FC236}">
                  <a16:creationId xmlns:a16="http://schemas.microsoft.com/office/drawing/2014/main" id="{74B12E25-46D0-440F-9857-CFDE858C0AB3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16200000"/>
                <a:gd name="adj2" fmla="val 2052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C6A6B5F-7F1E-C566-1503-57079199E7CC}"/>
                </a:ext>
              </a:extLst>
            </p:cNvPr>
            <p:cNvSpPr/>
            <p:nvPr/>
          </p:nvSpPr>
          <p:spPr>
            <a:xfrm>
              <a:off x="5775832" y="2405613"/>
              <a:ext cx="851324" cy="851324"/>
            </a:xfrm>
            <a:custGeom>
              <a:avLst/>
              <a:gdLst>
                <a:gd name="connsiteX0" fmla="*/ 0 w 851324"/>
                <a:gd name="connsiteY0" fmla="*/ 425662 h 851324"/>
                <a:gd name="connsiteX1" fmla="*/ 425662 w 851324"/>
                <a:gd name="connsiteY1" fmla="*/ 0 h 851324"/>
                <a:gd name="connsiteX2" fmla="*/ 851324 w 851324"/>
                <a:gd name="connsiteY2" fmla="*/ 425662 h 851324"/>
                <a:gd name="connsiteX3" fmla="*/ 425662 w 851324"/>
                <a:gd name="connsiteY3" fmla="*/ 851324 h 851324"/>
                <a:gd name="connsiteX4" fmla="*/ 0 w 851324"/>
                <a:gd name="connsiteY4" fmla="*/ 425662 h 85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1324" h="851324">
                  <a:moveTo>
                    <a:pt x="0" y="425662"/>
                  </a:moveTo>
                  <a:cubicBezTo>
                    <a:pt x="0" y="190575"/>
                    <a:pt x="190575" y="0"/>
                    <a:pt x="425662" y="0"/>
                  </a:cubicBezTo>
                  <a:cubicBezTo>
                    <a:pt x="660749" y="0"/>
                    <a:pt x="851324" y="190575"/>
                    <a:pt x="851324" y="425662"/>
                  </a:cubicBezTo>
                  <a:cubicBezTo>
                    <a:pt x="851324" y="660749"/>
                    <a:pt x="660749" y="851324"/>
                    <a:pt x="425662" y="851324"/>
                  </a:cubicBezTo>
                  <a:cubicBezTo>
                    <a:pt x="190575" y="851324"/>
                    <a:pt x="0" y="660749"/>
                    <a:pt x="0" y="425662"/>
                  </a:cubicBezTo>
                  <a:close/>
                </a:path>
              </a:pathLst>
            </a:custGeom>
            <a:solidFill>
              <a:srgbClr val="0096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7374" tIns="137374" rIns="137374" bIns="137374" numCol="1" spcCol="1270" anchor="ctr" anchorCtr="0">
              <a:noAutofit/>
            </a:bodyPr>
            <a:lstStyle/>
            <a:p>
              <a:pPr algn="ctr" defTabSz="44452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000" b="1">
                  <a:solidFill>
                    <a:srgbClr val="FEFFFF"/>
                  </a:solidFill>
                  <a:latin typeface="Nunito" pitchFamily="2" charset="77"/>
                </a:rPr>
                <a:t>COM-PLEXITY</a:t>
              </a: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CE4C698-D0A8-AEFF-B4CD-86AAA0B00135}"/>
                </a:ext>
              </a:extLst>
            </p:cNvPr>
            <p:cNvSpPr/>
            <p:nvPr/>
          </p:nvSpPr>
          <p:spPr>
            <a:xfrm>
              <a:off x="5903531" y="1630185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6BFCD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1</a:t>
              </a: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59A6DA1-9CE6-EA1B-4E44-ED7674091249}"/>
                </a:ext>
              </a:extLst>
            </p:cNvPr>
            <p:cNvSpPr/>
            <p:nvPr/>
          </p:nvSpPr>
          <p:spPr>
            <a:xfrm>
              <a:off x="6762455" y="2254230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5CEBD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601295"/>
                <a:satOff val="697"/>
                <a:lumOff val="98"/>
                <a:alphaOff val="0"/>
              </a:schemeClr>
            </a:fillRef>
            <a:effectRef idx="0">
              <a:schemeClr val="accent2">
                <a:hueOff val="-601295"/>
                <a:satOff val="697"/>
                <a:lumOff val="9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2</a:t>
              </a: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4209F20-FB9A-4692-1949-45DC7B3B33C6}"/>
                </a:ext>
              </a:extLst>
            </p:cNvPr>
            <p:cNvSpPr/>
            <p:nvPr/>
          </p:nvSpPr>
          <p:spPr>
            <a:xfrm>
              <a:off x="6434375" y="3263956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5CF9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202590"/>
                <a:satOff val="1394"/>
                <a:lumOff val="196"/>
                <a:alphaOff val="0"/>
              </a:schemeClr>
            </a:fillRef>
            <a:effectRef idx="0">
              <a:schemeClr val="accent2">
                <a:hueOff val="-1202590"/>
                <a:satOff val="1394"/>
                <a:lumOff val="19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3</a:t>
              </a: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7B09D9B5-15E4-AEA2-D961-92F12AC6EB1E}"/>
                </a:ext>
              </a:extLst>
            </p:cNvPr>
            <p:cNvSpPr/>
            <p:nvPr/>
          </p:nvSpPr>
          <p:spPr>
            <a:xfrm>
              <a:off x="5372687" y="3263956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4D18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803885"/>
                <a:satOff val="2091"/>
                <a:lumOff val="294"/>
                <a:alphaOff val="0"/>
              </a:schemeClr>
            </a:fillRef>
            <a:effectRef idx="0">
              <a:schemeClr val="accent2">
                <a:hueOff val="-1803885"/>
                <a:satOff val="2091"/>
                <a:lumOff val="29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4</a:t>
              </a: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D5FFC7E-BAFF-FBD6-6F87-5A5D3D98A7B6}"/>
                </a:ext>
              </a:extLst>
            </p:cNvPr>
            <p:cNvSpPr/>
            <p:nvPr/>
          </p:nvSpPr>
          <p:spPr>
            <a:xfrm>
              <a:off x="5044607" y="2254230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3D26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05180"/>
                <a:satOff val="2788"/>
                <a:lumOff val="392"/>
                <a:alphaOff val="0"/>
              </a:schemeClr>
            </a:fillRef>
            <a:effectRef idx="0">
              <a:schemeClr val="accent2">
                <a:hueOff val="-2405180"/>
                <a:satOff val="2788"/>
                <a:lumOff val="39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5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676F9E44-1170-2FC0-F844-A9443EB7BD12}"/>
              </a:ext>
            </a:extLst>
          </p:cNvPr>
          <p:cNvSpPr txBox="1"/>
          <p:nvPr/>
        </p:nvSpPr>
        <p:spPr>
          <a:xfrm>
            <a:off x="3200767" y="3403932"/>
            <a:ext cx="990823" cy="134067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446">
              <a:defRPr/>
            </a:pPr>
            <a:r>
              <a:rPr lang="nb-NO" sz="6600" b="1">
                <a:solidFill>
                  <a:srgbClr val="0096FF"/>
                </a:solidFill>
                <a:latin typeface="Nunito" pitchFamily="2" charset="77"/>
              </a:rPr>
              <a:t>+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41629B3-109E-A856-00E3-348205B85A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2243" y="2600234"/>
            <a:ext cx="3497427" cy="3175394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C915E9FA-95EA-F170-59A6-FD6D3F3EA37C}"/>
              </a:ext>
            </a:extLst>
          </p:cNvPr>
          <p:cNvSpPr txBox="1"/>
          <p:nvPr/>
        </p:nvSpPr>
        <p:spPr>
          <a:xfrm>
            <a:off x="7171366" y="3496266"/>
            <a:ext cx="990823" cy="134067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nb-NO" sz="6600" b="1">
                <a:solidFill>
                  <a:srgbClr val="0096FF"/>
                </a:solidFill>
                <a:latin typeface="Nunito" pitchFamily="2" charset="77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892809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Evaluation Model</a:t>
            </a:r>
          </a:p>
        </p:txBody>
      </p:sp>
      <p:sp>
        <p:nvSpPr>
          <p:cNvPr id="93" name="TextBox 22">
            <a:extLst>
              <a:ext uri="{FF2B5EF4-FFF2-40B4-BE49-F238E27FC236}">
                <a16:creationId xmlns:a16="http://schemas.microsoft.com/office/drawing/2014/main" id="{663A8BF7-54C0-F43A-211C-AD68D2AA79F9}"/>
              </a:ext>
            </a:extLst>
          </p:cNvPr>
          <p:cNvSpPr txBox="1"/>
          <p:nvPr/>
        </p:nvSpPr>
        <p:spPr>
          <a:xfrm>
            <a:off x="964107" y="707187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sp>
        <p:nvSpPr>
          <p:cNvPr id="96" name="TextBox 32">
            <a:extLst>
              <a:ext uri="{FF2B5EF4-FFF2-40B4-BE49-F238E27FC236}">
                <a16:creationId xmlns:a16="http://schemas.microsoft.com/office/drawing/2014/main" id="{F050A075-FF0E-D40A-B53E-A9CC6A60DE6B}"/>
              </a:ext>
            </a:extLst>
          </p:cNvPr>
          <p:cNvSpPr txBox="1"/>
          <p:nvPr/>
        </p:nvSpPr>
        <p:spPr>
          <a:xfrm>
            <a:off x="5125425" y="707187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281ACF9-6B7A-A408-A393-6B4B023D683B}"/>
              </a:ext>
            </a:extLst>
          </p:cNvPr>
          <p:cNvSpPr txBox="1"/>
          <p:nvPr/>
        </p:nvSpPr>
        <p:spPr>
          <a:xfrm>
            <a:off x="7206084" y="707187"/>
            <a:ext cx="3921741" cy="431389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ct val="150000"/>
              </a:lnSpc>
            </a:pPr>
            <a:endParaRPr sz="106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72267-2779-5B06-1053-95B91C4820F1}"/>
              </a:ext>
            </a:extLst>
          </p:cNvPr>
          <p:cNvSpPr/>
          <p:nvPr/>
        </p:nvSpPr>
        <p:spPr bwMode="auto">
          <a:xfrm>
            <a:off x="537606" y="3532751"/>
            <a:ext cx="3600000" cy="255229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4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nb-NO">
                <a:latin typeface="Nunito" pitchFamily="2" charset="77"/>
                <a:cs typeface="Arial" charset="0"/>
              </a:rPr>
              <a:t>VALUE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746AC-F062-210A-2479-913C470D51B7}"/>
              </a:ext>
            </a:extLst>
          </p:cNvPr>
          <p:cNvSpPr/>
          <p:nvPr/>
        </p:nvSpPr>
        <p:spPr bwMode="auto">
          <a:xfrm>
            <a:off x="537606" y="3950588"/>
            <a:ext cx="3600000" cy="2541101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1450" indent="-171450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Value is defined through which benefits (gains) the automation could provide to the organization.</a:t>
            </a:r>
          </a:p>
          <a:p>
            <a:pPr marL="171459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endParaRPr lang="en-US" sz="1100">
              <a:latin typeface="Nunito" pitchFamily="2" charset="77"/>
              <a:cs typeface="Arial" pitchFamily="34" charset="0"/>
            </a:endParaRPr>
          </a:p>
          <a:p>
            <a:pPr marL="171459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We have seven criteria’s for evaluating Value. Up to 6 points can be given for each criteria.</a:t>
            </a:r>
          </a:p>
          <a:p>
            <a:pPr marL="628681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Cost Savings</a:t>
            </a:r>
          </a:p>
          <a:p>
            <a:pPr marL="628681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Risk/Business Disruption</a:t>
            </a:r>
          </a:p>
          <a:p>
            <a:pPr marL="628681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Vulnerability</a:t>
            </a:r>
          </a:p>
          <a:p>
            <a:pPr marL="628681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Increase Quality</a:t>
            </a:r>
          </a:p>
          <a:p>
            <a:pPr marL="628681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Employee Productivity</a:t>
            </a:r>
          </a:p>
          <a:p>
            <a:pPr marL="628681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Time Critical / Processing Time</a:t>
            </a:r>
          </a:p>
          <a:p>
            <a:pPr marL="171459" indent="-171459" defTabSz="914446">
              <a:lnSpc>
                <a:spcPct val="130000"/>
              </a:lnSpc>
              <a:buClr>
                <a:srgbClr val="424242"/>
              </a:buClr>
              <a:buFont typeface="Wingdings" panose="05000000000000000000" pitchFamily="2" charset="2"/>
              <a:buChar char="§"/>
              <a:defRPr/>
            </a:pPr>
            <a:endParaRPr lang="en-US" sz="1100">
              <a:latin typeface="Nunito" pitchFamily="2" charset="77"/>
              <a:cs typeface="Arial" pitchFamily="34" charset="0"/>
            </a:endParaRPr>
          </a:p>
          <a:p>
            <a:pPr marL="171459" indent="-171459" defTabSz="914446">
              <a:lnSpc>
                <a:spcPct val="130000"/>
              </a:lnSpc>
              <a:buClr>
                <a:srgbClr val="424242"/>
              </a:buClr>
              <a:buFont typeface="Wingdings" panose="05000000000000000000" pitchFamily="2" charset="2"/>
              <a:buChar char="§"/>
              <a:defRPr/>
            </a:pPr>
            <a:endParaRPr lang="en-US" sz="1100">
              <a:latin typeface="Nunito" pitchFamily="2" charset="77"/>
              <a:cs typeface="Arial" pitchFamily="34" charset="0"/>
            </a:endParaRPr>
          </a:p>
          <a:p>
            <a:pPr marL="171459" indent="-171459" defTabSz="914446">
              <a:lnSpc>
                <a:spcPct val="130000"/>
              </a:lnSpc>
              <a:buClr>
                <a:srgbClr val="424242"/>
              </a:buClr>
              <a:buFont typeface="Wingdings" panose="05000000000000000000" pitchFamily="2" charset="2"/>
              <a:buChar char="§"/>
              <a:defRPr/>
            </a:pPr>
            <a:endParaRPr lang="en-US" sz="1100">
              <a:latin typeface="Nunito" pitchFamily="2" charset="77"/>
              <a:cs typeface="Arial" pitchFamily="34" charset="0"/>
            </a:endParaRPr>
          </a:p>
          <a:p>
            <a:pPr marL="171459" indent="-171459" defTabSz="914446">
              <a:lnSpc>
                <a:spcPct val="130000"/>
              </a:lnSpc>
              <a:buClr>
                <a:srgbClr val="424242"/>
              </a:buClr>
              <a:buFont typeface="Wingdings" panose="05000000000000000000" pitchFamily="2" charset="2"/>
              <a:buChar char="§"/>
              <a:defRPr/>
            </a:pPr>
            <a:endParaRPr lang="en-US" sz="1100">
              <a:latin typeface="Nunito" pitchFamily="2" charset="77"/>
              <a:cs typeface="Arial" pitchFamily="34" charset="0"/>
            </a:endParaRPr>
          </a:p>
          <a:p>
            <a:pPr marL="171459" indent="-171459" defTabSz="914446">
              <a:lnSpc>
                <a:spcPct val="130000"/>
              </a:lnSpc>
              <a:buClr>
                <a:srgbClr val="424242"/>
              </a:buClr>
              <a:buFont typeface="Wingdings" panose="05000000000000000000" pitchFamily="2" charset="2"/>
              <a:buChar char="§"/>
              <a:defRPr/>
            </a:pPr>
            <a:endParaRPr lang="en-US" sz="1100">
              <a:latin typeface="Nunito" pitchFamily="2" charset="77"/>
              <a:cs typeface="Arial" pitchFamily="34" charset="0"/>
            </a:endParaRPr>
          </a:p>
          <a:p>
            <a:pPr marL="171459" indent="-171459" defTabSz="914446">
              <a:lnSpc>
                <a:spcPct val="130000"/>
              </a:lnSpc>
              <a:buClr>
                <a:srgbClr val="424242"/>
              </a:buClr>
              <a:buFont typeface="Wingdings" panose="05000000000000000000" pitchFamily="2" charset="2"/>
              <a:buChar char="§"/>
              <a:defRPr/>
            </a:pPr>
            <a:endParaRPr lang="en-US" sz="1100">
              <a:latin typeface="Nunito" pitchFamily="2" charset="77"/>
              <a:cs typeface="Arial" pitchFamily="34" charset="0"/>
            </a:endParaRPr>
          </a:p>
          <a:p>
            <a:pPr marL="171459" indent="-171459" defTabSz="914446">
              <a:lnSpc>
                <a:spcPct val="130000"/>
              </a:lnSpc>
              <a:buClr>
                <a:srgbClr val="424242"/>
              </a:buClr>
              <a:buFont typeface="Wingdings" panose="05000000000000000000" pitchFamily="2" charset="2"/>
              <a:buChar char="§"/>
              <a:defRPr/>
            </a:pPr>
            <a:endParaRPr lang="en-US" sz="1100">
              <a:latin typeface="Nunito" pitchFamily="2" charset="77"/>
              <a:cs typeface="Arial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4BE247-9580-A458-B4AC-91290C05393D}"/>
              </a:ext>
            </a:extLst>
          </p:cNvPr>
          <p:cNvGrpSpPr/>
          <p:nvPr/>
        </p:nvGrpSpPr>
        <p:grpSpPr>
          <a:xfrm>
            <a:off x="1435147" y="1268334"/>
            <a:ext cx="1804919" cy="2009148"/>
            <a:chOff x="1050773" y="1629373"/>
            <a:chExt cx="1985411" cy="2210063"/>
          </a:xfrm>
        </p:grpSpPr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E4E7C5B5-EB9C-D9BA-51E1-585CD6680EE7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12600000"/>
                <a:gd name="adj2" fmla="val 162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05180"/>
                <a:satOff val="2788"/>
                <a:lumOff val="392"/>
                <a:alphaOff val="0"/>
              </a:schemeClr>
            </a:fillRef>
            <a:effectRef idx="0">
              <a:schemeClr val="accent2">
                <a:hueOff val="-2405180"/>
                <a:satOff val="2788"/>
                <a:lumOff val="39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A364BD5E-2F76-851F-4C26-A2BBD3F150DE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9000000"/>
                <a:gd name="adj2" fmla="val 126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924144"/>
                <a:satOff val="2230"/>
                <a:lumOff val="314"/>
                <a:alphaOff val="0"/>
              </a:schemeClr>
            </a:fillRef>
            <a:effectRef idx="0">
              <a:schemeClr val="accent2">
                <a:hueOff val="-1924144"/>
                <a:satOff val="2230"/>
                <a:lumOff val="31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10" name="Block Arc 9">
              <a:extLst>
                <a:ext uri="{FF2B5EF4-FFF2-40B4-BE49-F238E27FC236}">
                  <a16:creationId xmlns:a16="http://schemas.microsoft.com/office/drawing/2014/main" id="{1C1D5B80-8591-E2B1-F8A7-9C4FCE8006EB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5400000"/>
                <a:gd name="adj2" fmla="val 90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43108"/>
                <a:satOff val="1673"/>
                <a:lumOff val="235"/>
                <a:alphaOff val="0"/>
              </a:schemeClr>
            </a:fillRef>
            <a:effectRef idx="0">
              <a:schemeClr val="accent2">
                <a:hueOff val="-1443108"/>
                <a:satOff val="1673"/>
                <a:lumOff val="235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9339FD07-1ECD-4CE3-CBF0-0ADD350FE86D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1800000"/>
                <a:gd name="adj2" fmla="val 54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62072"/>
                <a:satOff val="1115"/>
                <a:lumOff val="157"/>
                <a:alphaOff val="0"/>
              </a:schemeClr>
            </a:fillRef>
            <a:effectRef idx="0">
              <a:schemeClr val="accent2">
                <a:hueOff val="-962072"/>
                <a:satOff val="1115"/>
                <a:lumOff val="15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12" name="Block Arc 11">
              <a:extLst>
                <a:ext uri="{FF2B5EF4-FFF2-40B4-BE49-F238E27FC236}">
                  <a16:creationId xmlns:a16="http://schemas.microsoft.com/office/drawing/2014/main" id="{DF01B836-D159-2301-FC00-6D05472EC3DC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19800000"/>
                <a:gd name="adj2" fmla="val 18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481036"/>
                <a:satOff val="558"/>
                <a:lumOff val="78"/>
                <a:alphaOff val="0"/>
              </a:schemeClr>
            </a:fillRef>
            <a:effectRef idx="0">
              <a:schemeClr val="accent2">
                <a:hueOff val="-481036"/>
                <a:satOff val="558"/>
                <a:lumOff val="7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9C8A95CE-5EAF-F6B9-E315-4172D3200622}"/>
                </a:ext>
              </a:extLst>
            </p:cNvPr>
            <p:cNvSpPr/>
            <p:nvPr/>
          </p:nvSpPr>
          <p:spPr>
            <a:xfrm>
              <a:off x="1185869" y="1876795"/>
              <a:ext cx="1715219" cy="1715219"/>
            </a:xfrm>
            <a:prstGeom prst="blockArc">
              <a:avLst>
                <a:gd name="adj1" fmla="val 16200000"/>
                <a:gd name="adj2" fmla="val 19800000"/>
                <a:gd name="adj3" fmla="val 4477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969A9E9-2058-FF22-103F-EF4368B52907}"/>
                </a:ext>
              </a:extLst>
            </p:cNvPr>
            <p:cNvSpPr/>
            <p:nvPr/>
          </p:nvSpPr>
          <p:spPr>
            <a:xfrm>
              <a:off x="1662596" y="2353522"/>
              <a:ext cx="761765" cy="761765"/>
            </a:xfrm>
            <a:custGeom>
              <a:avLst/>
              <a:gdLst>
                <a:gd name="connsiteX0" fmla="*/ 0 w 761765"/>
                <a:gd name="connsiteY0" fmla="*/ 380883 h 761765"/>
                <a:gd name="connsiteX1" fmla="*/ 380883 w 761765"/>
                <a:gd name="connsiteY1" fmla="*/ 0 h 761765"/>
                <a:gd name="connsiteX2" fmla="*/ 761766 w 761765"/>
                <a:gd name="connsiteY2" fmla="*/ 380883 h 761765"/>
                <a:gd name="connsiteX3" fmla="*/ 380883 w 761765"/>
                <a:gd name="connsiteY3" fmla="*/ 761766 h 761765"/>
                <a:gd name="connsiteX4" fmla="*/ 0 w 761765"/>
                <a:gd name="connsiteY4" fmla="*/ 380883 h 76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765" h="761765">
                  <a:moveTo>
                    <a:pt x="0" y="380883"/>
                  </a:moveTo>
                  <a:cubicBezTo>
                    <a:pt x="0" y="170527"/>
                    <a:pt x="170527" y="0"/>
                    <a:pt x="380883" y="0"/>
                  </a:cubicBezTo>
                  <a:cubicBezTo>
                    <a:pt x="591239" y="0"/>
                    <a:pt x="761766" y="170527"/>
                    <a:pt x="761766" y="380883"/>
                  </a:cubicBezTo>
                  <a:cubicBezTo>
                    <a:pt x="761766" y="591239"/>
                    <a:pt x="591239" y="761766"/>
                    <a:pt x="380883" y="761766"/>
                  </a:cubicBezTo>
                  <a:cubicBezTo>
                    <a:pt x="170527" y="761766"/>
                    <a:pt x="0" y="591239"/>
                    <a:pt x="0" y="380883"/>
                  </a:cubicBezTo>
                  <a:close/>
                </a:path>
              </a:pathLst>
            </a:custGeom>
            <a:solidFill>
              <a:srgbClr val="0096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4258" tIns="124258" rIns="124258" bIns="124258" numCol="1" spcCol="1270" anchor="ctr" anchorCtr="0">
              <a:noAutofit/>
            </a:bodyPr>
            <a:lstStyle/>
            <a:p>
              <a:pPr algn="ctr" defTabSz="44452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000" b="1">
                  <a:solidFill>
                    <a:srgbClr val="FEFFFF"/>
                  </a:solidFill>
                  <a:latin typeface="Nunito" pitchFamily="2" charset="77"/>
                </a:rPr>
                <a:t>VALUE</a:t>
              </a: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786C57A-47E5-7D0A-C6E0-791B59537933}"/>
                </a:ext>
              </a:extLst>
            </p:cNvPr>
            <p:cNvSpPr/>
            <p:nvPr/>
          </p:nvSpPr>
          <p:spPr>
            <a:xfrm>
              <a:off x="1776860" y="1629373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6BFCD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1</a:t>
              </a:r>
            </a:p>
          </p:txBody>
        </p:sp>
        <p:sp>
          <p:nvSpPr>
            <p:cNvPr id="16" name="Freeform 48">
              <a:extLst>
                <a:ext uri="{FF2B5EF4-FFF2-40B4-BE49-F238E27FC236}">
                  <a16:creationId xmlns:a16="http://schemas.microsoft.com/office/drawing/2014/main" id="{5C1EF564-9D65-FB83-BB2A-DDE440CA6B87}"/>
                </a:ext>
              </a:extLst>
            </p:cNvPr>
            <p:cNvSpPr/>
            <p:nvPr/>
          </p:nvSpPr>
          <p:spPr>
            <a:xfrm>
              <a:off x="2502948" y="2048580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5CEC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481036"/>
                <a:satOff val="558"/>
                <a:lumOff val="78"/>
                <a:alphaOff val="0"/>
              </a:schemeClr>
            </a:fillRef>
            <a:effectRef idx="0">
              <a:schemeClr val="accent2">
                <a:hueOff val="-481036"/>
                <a:satOff val="558"/>
                <a:lumOff val="7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2</a:t>
              </a:r>
            </a:p>
          </p:txBody>
        </p:sp>
        <p:sp>
          <p:nvSpPr>
            <p:cNvPr id="17" name="Freeform 49">
              <a:extLst>
                <a:ext uri="{FF2B5EF4-FFF2-40B4-BE49-F238E27FC236}">
                  <a16:creationId xmlns:a16="http://schemas.microsoft.com/office/drawing/2014/main" id="{D5F8981A-7085-D94E-398F-C7A2DFD8FA7E}"/>
                </a:ext>
              </a:extLst>
            </p:cNvPr>
            <p:cNvSpPr/>
            <p:nvPr/>
          </p:nvSpPr>
          <p:spPr>
            <a:xfrm>
              <a:off x="2502948" y="2886993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5CFAB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62072"/>
                <a:satOff val="1115"/>
                <a:lumOff val="157"/>
                <a:alphaOff val="0"/>
              </a:schemeClr>
            </a:fillRef>
            <a:effectRef idx="0">
              <a:schemeClr val="accent2">
                <a:hueOff val="-962072"/>
                <a:satOff val="1115"/>
                <a:lumOff val="15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3</a:t>
              </a:r>
            </a:p>
          </p:txBody>
        </p:sp>
        <p:sp>
          <p:nvSpPr>
            <p:cNvPr id="18" name="Freeform 50">
              <a:extLst>
                <a:ext uri="{FF2B5EF4-FFF2-40B4-BE49-F238E27FC236}">
                  <a16:creationId xmlns:a16="http://schemas.microsoft.com/office/drawing/2014/main" id="{7F1001E7-4574-D786-D571-65CB7B094648}"/>
                </a:ext>
              </a:extLst>
            </p:cNvPr>
            <p:cNvSpPr/>
            <p:nvPr/>
          </p:nvSpPr>
          <p:spPr>
            <a:xfrm>
              <a:off x="1776860" y="3306200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4D09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43108"/>
                <a:satOff val="1673"/>
                <a:lumOff val="235"/>
                <a:alphaOff val="0"/>
              </a:schemeClr>
            </a:fillRef>
            <a:effectRef idx="0">
              <a:schemeClr val="accent2">
                <a:hueOff val="-1443108"/>
                <a:satOff val="1673"/>
                <a:lumOff val="23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4</a:t>
              </a:r>
            </a:p>
          </p:txBody>
        </p:sp>
        <p:sp>
          <p:nvSpPr>
            <p:cNvPr id="19" name="Freeform 51">
              <a:extLst>
                <a:ext uri="{FF2B5EF4-FFF2-40B4-BE49-F238E27FC236}">
                  <a16:creationId xmlns:a16="http://schemas.microsoft.com/office/drawing/2014/main" id="{D5A3BA5B-6EED-6389-26AB-3B01BE04C6F1}"/>
                </a:ext>
              </a:extLst>
            </p:cNvPr>
            <p:cNvSpPr/>
            <p:nvPr/>
          </p:nvSpPr>
          <p:spPr>
            <a:xfrm>
              <a:off x="1050773" y="2886993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4D17A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924144"/>
                <a:satOff val="2230"/>
                <a:lumOff val="314"/>
                <a:alphaOff val="0"/>
              </a:schemeClr>
            </a:fillRef>
            <a:effectRef idx="0">
              <a:schemeClr val="accent2">
                <a:hueOff val="-1924144"/>
                <a:satOff val="2230"/>
                <a:lumOff val="3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5</a:t>
              </a:r>
            </a:p>
          </p:txBody>
        </p:sp>
        <p:sp>
          <p:nvSpPr>
            <p:cNvPr id="20" name="Freeform 52">
              <a:extLst>
                <a:ext uri="{FF2B5EF4-FFF2-40B4-BE49-F238E27FC236}">
                  <a16:creationId xmlns:a16="http://schemas.microsoft.com/office/drawing/2014/main" id="{01867430-018E-E7AA-D075-EB40B8E4FD1E}"/>
                </a:ext>
              </a:extLst>
            </p:cNvPr>
            <p:cNvSpPr/>
            <p:nvPr/>
          </p:nvSpPr>
          <p:spPr>
            <a:xfrm>
              <a:off x="1050773" y="2048580"/>
              <a:ext cx="533236" cy="533236"/>
            </a:xfrm>
            <a:custGeom>
              <a:avLst/>
              <a:gdLst>
                <a:gd name="connsiteX0" fmla="*/ 0 w 533236"/>
                <a:gd name="connsiteY0" fmla="*/ 266618 h 533236"/>
                <a:gd name="connsiteX1" fmla="*/ 266618 w 533236"/>
                <a:gd name="connsiteY1" fmla="*/ 0 h 533236"/>
                <a:gd name="connsiteX2" fmla="*/ 533236 w 533236"/>
                <a:gd name="connsiteY2" fmla="*/ 266618 h 533236"/>
                <a:gd name="connsiteX3" fmla="*/ 266618 w 533236"/>
                <a:gd name="connsiteY3" fmla="*/ 533236 h 533236"/>
                <a:gd name="connsiteX4" fmla="*/ 0 w 533236"/>
                <a:gd name="connsiteY4" fmla="*/ 266618 h 53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36" h="533236">
                  <a:moveTo>
                    <a:pt x="0" y="266618"/>
                  </a:moveTo>
                  <a:cubicBezTo>
                    <a:pt x="0" y="119369"/>
                    <a:pt x="119369" y="0"/>
                    <a:pt x="266618" y="0"/>
                  </a:cubicBezTo>
                  <a:cubicBezTo>
                    <a:pt x="413867" y="0"/>
                    <a:pt x="533236" y="119369"/>
                    <a:pt x="533236" y="266618"/>
                  </a:cubicBezTo>
                  <a:cubicBezTo>
                    <a:pt x="533236" y="413867"/>
                    <a:pt x="413867" y="533236"/>
                    <a:pt x="266618" y="533236"/>
                  </a:cubicBezTo>
                  <a:cubicBezTo>
                    <a:pt x="119369" y="533236"/>
                    <a:pt x="0" y="413867"/>
                    <a:pt x="0" y="266618"/>
                  </a:cubicBezTo>
                  <a:close/>
                </a:path>
              </a:pathLst>
            </a:custGeom>
            <a:solidFill>
              <a:srgbClr val="13D26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05180"/>
                <a:satOff val="2788"/>
                <a:lumOff val="392"/>
                <a:alphaOff val="0"/>
              </a:schemeClr>
            </a:fillRef>
            <a:effectRef idx="0">
              <a:schemeClr val="accent2">
                <a:hueOff val="-2405180"/>
                <a:satOff val="2788"/>
                <a:lumOff val="39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7141" tIns="97141" rIns="97141" bIns="9714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6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21B1AE6-B754-2841-5474-C51A0661983A}"/>
              </a:ext>
            </a:extLst>
          </p:cNvPr>
          <p:cNvGrpSpPr/>
          <p:nvPr/>
        </p:nvGrpSpPr>
        <p:grpSpPr>
          <a:xfrm>
            <a:off x="5057673" y="1270039"/>
            <a:ext cx="2103432" cy="2026999"/>
            <a:chOff x="5044607" y="1630185"/>
            <a:chExt cx="2313775" cy="2229698"/>
          </a:xfrm>
        </p:grpSpPr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A9C56003-107A-94A6-CDA3-4BE8DEF4D9AC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11880000"/>
                <a:gd name="adj2" fmla="val 1620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05180"/>
                <a:satOff val="2788"/>
                <a:lumOff val="392"/>
                <a:alphaOff val="0"/>
              </a:schemeClr>
            </a:fillRef>
            <a:effectRef idx="0">
              <a:schemeClr val="accent2">
                <a:hueOff val="-2405180"/>
                <a:satOff val="2788"/>
                <a:lumOff val="39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23" name="Block Arc 22">
              <a:extLst>
                <a:ext uri="{FF2B5EF4-FFF2-40B4-BE49-F238E27FC236}">
                  <a16:creationId xmlns:a16="http://schemas.microsoft.com/office/drawing/2014/main" id="{B5BA7DD7-FCC7-EBFA-421E-763E6EE8CC20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7560000"/>
                <a:gd name="adj2" fmla="val 1188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803885"/>
                <a:satOff val="2091"/>
                <a:lumOff val="294"/>
                <a:alphaOff val="0"/>
              </a:schemeClr>
            </a:fillRef>
            <a:effectRef idx="0">
              <a:schemeClr val="accent2">
                <a:hueOff val="-1803885"/>
                <a:satOff val="2091"/>
                <a:lumOff val="29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24" name="Block Arc 23">
              <a:extLst>
                <a:ext uri="{FF2B5EF4-FFF2-40B4-BE49-F238E27FC236}">
                  <a16:creationId xmlns:a16="http://schemas.microsoft.com/office/drawing/2014/main" id="{AC1FEBD5-BF18-A503-2384-0972A8879119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3240000"/>
                <a:gd name="adj2" fmla="val 756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202590"/>
                <a:satOff val="1394"/>
                <a:lumOff val="196"/>
                <a:alphaOff val="0"/>
              </a:schemeClr>
            </a:fillRef>
            <a:effectRef idx="0">
              <a:schemeClr val="accent2">
                <a:hueOff val="-1202590"/>
                <a:satOff val="1394"/>
                <a:lumOff val="19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25" name="Block Arc 24">
              <a:extLst>
                <a:ext uri="{FF2B5EF4-FFF2-40B4-BE49-F238E27FC236}">
                  <a16:creationId xmlns:a16="http://schemas.microsoft.com/office/drawing/2014/main" id="{543B003B-6D57-BF87-4D3C-43506CE22A35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20520000"/>
                <a:gd name="adj2" fmla="val 324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601295"/>
                <a:satOff val="697"/>
                <a:lumOff val="98"/>
                <a:alphaOff val="0"/>
              </a:schemeClr>
            </a:fillRef>
            <a:effectRef idx="0">
              <a:schemeClr val="accent2">
                <a:hueOff val="-601295"/>
                <a:satOff val="697"/>
                <a:lumOff val="9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26" name="Block Arc 25">
              <a:extLst>
                <a:ext uri="{FF2B5EF4-FFF2-40B4-BE49-F238E27FC236}">
                  <a16:creationId xmlns:a16="http://schemas.microsoft.com/office/drawing/2014/main" id="{CFD7C791-0F51-DCDD-0723-8DD0D3729C81}"/>
                </a:ext>
              </a:extLst>
            </p:cNvPr>
            <p:cNvSpPr/>
            <p:nvPr/>
          </p:nvSpPr>
          <p:spPr>
            <a:xfrm>
              <a:off x="5276915" y="1906695"/>
              <a:ext cx="1849159" cy="1849159"/>
            </a:xfrm>
            <a:prstGeom prst="blockArc">
              <a:avLst>
                <a:gd name="adj1" fmla="val 16200000"/>
                <a:gd name="adj2" fmla="val 20520000"/>
                <a:gd name="adj3" fmla="val 4641"/>
              </a:avLst>
            </a:prstGeom>
            <a:solidFill>
              <a:srgbClr val="00BFA8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US" sz="1200"/>
            </a:p>
          </p:txBody>
        </p:sp>
        <p:sp>
          <p:nvSpPr>
            <p:cNvPr id="27" name="Freeform 59">
              <a:extLst>
                <a:ext uri="{FF2B5EF4-FFF2-40B4-BE49-F238E27FC236}">
                  <a16:creationId xmlns:a16="http://schemas.microsoft.com/office/drawing/2014/main" id="{DA311D89-AE68-F75F-3E00-868B92AC1C7E}"/>
                </a:ext>
              </a:extLst>
            </p:cNvPr>
            <p:cNvSpPr/>
            <p:nvPr/>
          </p:nvSpPr>
          <p:spPr>
            <a:xfrm>
              <a:off x="5775832" y="2405613"/>
              <a:ext cx="851324" cy="851324"/>
            </a:xfrm>
            <a:custGeom>
              <a:avLst/>
              <a:gdLst>
                <a:gd name="connsiteX0" fmla="*/ 0 w 851324"/>
                <a:gd name="connsiteY0" fmla="*/ 425662 h 851324"/>
                <a:gd name="connsiteX1" fmla="*/ 425662 w 851324"/>
                <a:gd name="connsiteY1" fmla="*/ 0 h 851324"/>
                <a:gd name="connsiteX2" fmla="*/ 851324 w 851324"/>
                <a:gd name="connsiteY2" fmla="*/ 425662 h 851324"/>
                <a:gd name="connsiteX3" fmla="*/ 425662 w 851324"/>
                <a:gd name="connsiteY3" fmla="*/ 851324 h 851324"/>
                <a:gd name="connsiteX4" fmla="*/ 0 w 851324"/>
                <a:gd name="connsiteY4" fmla="*/ 425662 h 85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1324" h="851324">
                  <a:moveTo>
                    <a:pt x="0" y="425662"/>
                  </a:moveTo>
                  <a:cubicBezTo>
                    <a:pt x="0" y="190575"/>
                    <a:pt x="190575" y="0"/>
                    <a:pt x="425662" y="0"/>
                  </a:cubicBezTo>
                  <a:cubicBezTo>
                    <a:pt x="660749" y="0"/>
                    <a:pt x="851324" y="190575"/>
                    <a:pt x="851324" y="425662"/>
                  </a:cubicBezTo>
                  <a:cubicBezTo>
                    <a:pt x="851324" y="660749"/>
                    <a:pt x="660749" y="851324"/>
                    <a:pt x="425662" y="851324"/>
                  </a:cubicBezTo>
                  <a:cubicBezTo>
                    <a:pt x="190575" y="851324"/>
                    <a:pt x="0" y="660749"/>
                    <a:pt x="0" y="425662"/>
                  </a:cubicBezTo>
                  <a:close/>
                </a:path>
              </a:pathLst>
            </a:custGeom>
            <a:solidFill>
              <a:srgbClr val="0096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7374" tIns="137374" rIns="137374" bIns="137374" numCol="1" spcCol="1270" anchor="ctr" anchorCtr="0">
              <a:noAutofit/>
            </a:bodyPr>
            <a:lstStyle/>
            <a:p>
              <a:pPr algn="ctr" defTabSz="44452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000" b="1">
                  <a:solidFill>
                    <a:srgbClr val="FEFFFF"/>
                  </a:solidFill>
                  <a:latin typeface="Nunito" pitchFamily="2" charset="77"/>
                </a:rPr>
                <a:t>COM-PLEXITY</a:t>
              </a:r>
            </a:p>
          </p:txBody>
        </p:sp>
        <p:sp>
          <p:nvSpPr>
            <p:cNvPr id="28" name="Freeform 60">
              <a:extLst>
                <a:ext uri="{FF2B5EF4-FFF2-40B4-BE49-F238E27FC236}">
                  <a16:creationId xmlns:a16="http://schemas.microsoft.com/office/drawing/2014/main" id="{7369F3FD-27CE-A0D7-C120-B92E30770B09}"/>
                </a:ext>
              </a:extLst>
            </p:cNvPr>
            <p:cNvSpPr/>
            <p:nvPr/>
          </p:nvSpPr>
          <p:spPr>
            <a:xfrm>
              <a:off x="5903531" y="1630185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6BFCD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1</a:t>
              </a:r>
            </a:p>
          </p:txBody>
        </p:sp>
        <p:sp>
          <p:nvSpPr>
            <p:cNvPr id="29" name="Freeform 61">
              <a:extLst>
                <a:ext uri="{FF2B5EF4-FFF2-40B4-BE49-F238E27FC236}">
                  <a16:creationId xmlns:a16="http://schemas.microsoft.com/office/drawing/2014/main" id="{69736494-9F4A-AE8C-E208-F636C0DF9155}"/>
                </a:ext>
              </a:extLst>
            </p:cNvPr>
            <p:cNvSpPr/>
            <p:nvPr/>
          </p:nvSpPr>
          <p:spPr>
            <a:xfrm>
              <a:off x="6762455" y="2254230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5CEBD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601295"/>
                <a:satOff val="697"/>
                <a:lumOff val="98"/>
                <a:alphaOff val="0"/>
              </a:schemeClr>
            </a:fillRef>
            <a:effectRef idx="0">
              <a:schemeClr val="accent2">
                <a:hueOff val="-601295"/>
                <a:satOff val="697"/>
                <a:lumOff val="9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2</a:t>
              </a:r>
            </a:p>
          </p:txBody>
        </p:sp>
        <p:sp>
          <p:nvSpPr>
            <p:cNvPr id="30" name="Freeform 62">
              <a:extLst>
                <a:ext uri="{FF2B5EF4-FFF2-40B4-BE49-F238E27FC236}">
                  <a16:creationId xmlns:a16="http://schemas.microsoft.com/office/drawing/2014/main" id="{598904B3-7348-C581-F31A-A3F8672DE16C}"/>
                </a:ext>
              </a:extLst>
            </p:cNvPr>
            <p:cNvSpPr/>
            <p:nvPr/>
          </p:nvSpPr>
          <p:spPr>
            <a:xfrm>
              <a:off x="6434375" y="3263956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5CF9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202590"/>
                <a:satOff val="1394"/>
                <a:lumOff val="196"/>
                <a:alphaOff val="0"/>
              </a:schemeClr>
            </a:fillRef>
            <a:effectRef idx="0">
              <a:schemeClr val="accent2">
                <a:hueOff val="-1202590"/>
                <a:satOff val="1394"/>
                <a:lumOff val="19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3</a:t>
              </a:r>
            </a:p>
          </p:txBody>
        </p:sp>
        <p:sp>
          <p:nvSpPr>
            <p:cNvPr id="31" name="Freeform 63">
              <a:extLst>
                <a:ext uri="{FF2B5EF4-FFF2-40B4-BE49-F238E27FC236}">
                  <a16:creationId xmlns:a16="http://schemas.microsoft.com/office/drawing/2014/main" id="{C2B57B47-1E6C-98D7-691B-F7001BB46E94}"/>
                </a:ext>
              </a:extLst>
            </p:cNvPr>
            <p:cNvSpPr/>
            <p:nvPr/>
          </p:nvSpPr>
          <p:spPr>
            <a:xfrm>
              <a:off x="5372687" y="3263956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4D18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803885"/>
                <a:satOff val="2091"/>
                <a:lumOff val="294"/>
                <a:alphaOff val="0"/>
              </a:schemeClr>
            </a:fillRef>
            <a:effectRef idx="0">
              <a:schemeClr val="accent2">
                <a:hueOff val="-1803885"/>
                <a:satOff val="2091"/>
                <a:lumOff val="29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4</a:t>
              </a:r>
            </a:p>
          </p:txBody>
        </p:sp>
        <p:sp>
          <p:nvSpPr>
            <p:cNvPr id="32" name="Freeform 64">
              <a:extLst>
                <a:ext uri="{FF2B5EF4-FFF2-40B4-BE49-F238E27FC236}">
                  <a16:creationId xmlns:a16="http://schemas.microsoft.com/office/drawing/2014/main" id="{0F465C62-6E84-BADD-570A-59E89A0DF735}"/>
                </a:ext>
              </a:extLst>
            </p:cNvPr>
            <p:cNvSpPr/>
            <p:nvPr/>
          </p:nvSpPr>
          <p:spPr>
            <a:xfrm>
              <a:off x="5044607" y="2254230"/>
              <a:ext cx="595927" cy="595927"/>
            </a:xfrm>
            <a:custGeom>
              <a:avLst/>
              <a:gdLst>
                <a:gd name="connsiteX0" fmla="*/ 0 w 595927"/>
                <a:gd name="connsiteY0" fmla="*/ 297964 h 595927"/>
                <a:gd name="connsiteX1" fmla="*/ 297964 w 595927"/>
                <a:gd name="connsiteY1" fmla="*/ 0 h 595927"/>
                <a:gd name="connsiteX2" fmla="*/ 595928 w 595927"/>
                <a:gd name="connsiteY2" fmla="*/ 297964 h 595927"/>
                <a:gd name="connsiteX3" fmla="*/ 297964 w 595927"/>
                <a:gd name="connsiteY3" fmla="*/ 595928 h 595927"/>
                <a:gd name="connsiteX4" fmla="*/ 0 w 595927"/>
                <a:gd name="connsiteY4" fmla="*/ 297964 h 59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27" h="595927">
                  <a:moveTo>
                    <a:pt x="0" y="297964"/>
                  </a:moveTo>
                  <a:cubicBezTo>
                    <a:pt x="0" y="133403"/>
                    <a:pt x="133403" y="0"/>
                    <a:pt x="297964" y="0"/>
                  </a:cubicBezTo>
                  <a:cubicBezTo>
                    <a:pt x="462525" y="0"/>
                    <a:pt x="595928" y="133403"/>
                    <a:pt x="595928" y="297964"/>
                  </a:cubicBezTo>
                  <a:cubicBezTo>
                    <a:pt x="595928" y="462525"/>
                    <a:pt x="462525" y="595928"/>
                    <a:pt x="297964" y="595928"/>
                  </a:cubicBezTo>
                  <a:cubicBezTo>
                    <a:pt x="133403" y="595928"/>
                    <a:pt x="0" y="462525"/>
                    <a:pt x="0" y="297964"/>
                  </a:cubicBezTo>
                  <a:close/>
                </a:path>
              </a:pathLst>
            </a:custGeom>
            <a:solidFill>
              <a:srgbClr val="13D26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05180"/>
                <a:satOff val="2788"/>
                <a:lumOff val="392"/>
                <a:alphaOff val="0"/>
              </a:schemeClr>
            </a:fillRef>
            <a:effectRef idx="0">
              <a:schemeClr val="accent2">
                <a:hueOff val="-2405180"/>
                <a:satOff val="2788"/>
                <a:lumOff val="39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21" tIns="106321" rIns="106321" bIns="106321" numCol="1" spcCol="1270" anchor="ctr" anchorCtr="0">
              <a:noAutofit/>
            </a:bodyPr>
            <a:lstStyle/>
            <a:p>
              <a:pPr algn="ctr" defTabSz="66678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nb-NO" sz="1500" b="1">
                  <a:solidFill>
                    <a:srgbClr val="FEFFFF"/>
                  </a:solidFill>
                  <a:latin typeface="Nunito" pitchFamily="2" charset="77"/>
                </a:rPr>
                <a:t>5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33F8D0D-E31F-D720-1821-F97209ECE9C1}"/>
              </a:ext>
            </a:extLst>
          </p:cNvPr>
          <p:cNvSpPr/>
          <p:nvPr/>
        </p:nvSpPr>
        <p:spPr bwMode="auto">
          <a:xfrm>
            <a:off x="4469953" y="3532751"/>
            <a:ext cx="3294261" cy="255229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4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nb-NO">
                <a:latin typeface="Nunito" pitchFamily="2" charset="77"/>
                <a:cs typeface="Arial" charset="0"/>
              </a:rPr>
              <a:t>COMPLEXITY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7769AB-9982-192A-758B-84282A1D03E6}"/>
              </a:ext>
            </a:extLst>
          </p:cNvPr>
          <p:cNvSpPr/>
          <p:nvPr/>
        </p:nvSpPr>
        <p:spPr bwMode="auto">
          <a:xfrm>
            <a:off x="4469953" y="3950588"/>
            <a:ext cx="4356000" cy="2541101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1459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Complexity level have 5 evaluation criteria  and are defined by how long it will take to implement the process. Usually classified within low, medium, high and very high complexity processes:</a:t>
            </a:r>
          </a:p>
          <a:p>
            <a:pPr marL="715524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Nunito" pitchFamily="2" charset="77"/>
                <a:cs typeface="Arial" pitchFamily="34" charset="0"/>
              </a:rPr>
              <a:t>Low Complexity: Requires about 5-7 weeks to automate</a:t>
            </a:r>
          </a:p>
          <a:p>
            <a:pPr marL="715524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Nunito" pitchFamily="2" charset="77"/>
                <a:cs typeface="Arial" pitchFamily="34" charset="0"/>
              </a:rPr>
              <a:t>Medium Complexity: Requires about 6-9 weeks to automate</a:t>
            </a:r>
          </a:p>
          <a:p>
            <a:pPr marL="715524" lvl="1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Nunito" pitchFamily="2" charset="77"/>
                <a:cs typeface="Arial" pitchFamily="34" charset="0"/>
              </a:rPr>
              <a:t>High Complexity: Requires about 8-12 weeks to automate</a:t>
            </a:r>
          </a:p>
          <a:p>
            <a:pPr marL="715524" lvl="1" indent="-171459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Nunito" pitchFamily="2" charset="77"/>
                <a:cs typeface="Arial" pitchFamily="34" charset="0"/>
              </a:rPr>
              <a:t>Very High Complexity: Requires about 11-16 weeks to automate</a:t>
            </a:r>
          </a:p>
          <a:p>
            <a:pPr marL="171459" indent="-171459" defTabSz="914446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1100">
                <a:latin typeface="Nunito" pitchFamily="2" charset="77"/>
                <a:cs typeface="Arial" pitchFamily="34" charset="0"/>
              </a:rPr>
              <a:t>The complexity is also closely linked to the business case that is calculated per process. A low complexity process has low implementation costs and faster return on investment compared to a high complexity process.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AC45BC-F136-399B-CD28-2E7A03DAEA05}"/>
              </a:ext>
            </a:extLst>
          </p:cNvPr>
          <p:cNvSpPr txBox="1"/>
          <p:nvPr/>
        </p:nvSpPr>
        <p:spPr>
          <a:xfrm>
            <a:off x="3769197" y="1805532"/>
            <a:ext cx="744420" cy="1007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446">
              <a:defRPr/>
            </a:pPr>
            <a:r>
              <a:rPr lang="nb-NO" sz="6600" b="1">
                <a:solidFill>
                  <a:srgbClr val="0096FF"/>
                </a:solidFill>
                <a:latin typeface="Nunito" pitchFamily="2" charset="77"/>
              </a:rPr>
              <a:t>+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A77856E-ECE6-2B16-2A58-AA6D776510DA}"/>
              </a:ext>
            </a:extLst>
          </p:cNvPr>
          <p:cNvCxnSpPr>
            <a:cxnSpLocks/>
          </p:cNvCxnSpPr>
          <p:nvPr/>
        </p:nvCxnSpPr>
        <p:spPr>
          <a:xfrm>
            <a:off x="542912" y="3868420"/>
            <a:ext cx="11106176" cy="0"/>
          </a:xfrm>
          <a:prstGeom prst="line">
            <a:avLst/>
          </a:prstGeom>
          <a:ln w="12700" cap="rnd">
            <a:solidFill>
              <a:srgbClr val="123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ACC2D94C-8588-6DF3-B528-62B2DCB408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1723" y="1436992"/>
            <a:ext cx="2171626" cy="197167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46333AD-1E39-3EAA-A32D-3F2B0FCFE0A8}"/>
              </a:ext>
            </a:extLst>
          </p:cNvPr>
          <p:cNvSpPr/>
          <p:nvPr/>
        </p:nvSpPr>
        <p:spPr>
          <a:xfrm>
            <a:off x="9111723" y="3950588"/>
            <a:ext cx="2537365" cy="1036013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1459" indent="-171459">
              <a:lnSpc>
                <a:spcPct val="130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100">
                <a:latin typeface="Nunito" pitchFamily="2" charset="77"/>
                <a:cs typeface="Arial" pitchFamily="34" charset="0"/>
              </a:rPr>
              <a:t>The value and complexity criteria's together form an evaluation matrix which is a visualization of these areas combined. </a:t>
            </a:r>
            <a:endParaRPr lang="nb-NO" sz="1100">
              <a:latin typeface="Nunito" pitchFamily="2" charset="77"/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D5E69D-0C48-BA15-344B-8F63C92F73AF}"/>
              </a:ext>
            </a:extLst>
          </p:cNvPr>
          <p:cNvSpPr txBox="1"/>
          <p:nvPr/>
        </p:nvSpPr>
        <p:spPr>
          <a:xfrm>
            <a:off x="7705161" y="1897866"/>
            <a:ext cx="744420" cy="1007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nb-NO" sz="6600" b="1">
                <a:solidFill>
                  <a:srgbClr val="0096FF"/>
                </a:solidFill>
                <a:latin typeface="Nunito" pitchFamily="2" charset="77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887959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Bot Complexity Evaluation Criteria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61742C0A-E0E9-1977-684F-576C0F604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353620"/>
              </p:ext>
            </p:extLst>
          </p:nvPr>
        </p:nvGraphicFramePr>
        <p:xfrm>
          <a:off x="782862" y="1141932"/>
          <a:ext cx="10626275" cy="5171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13643">
                  <a:extLst>
                    <a:ext uri="{9D8B030D-6E8A-4147-A177-3AD203B41FA5}">
                      <a16:colId xmlns:a16="http://schemas.microsoft.com/office/drawing/2014/main" val="2580873355"/>
                    </a:ext>
                  </a:extLst>
                </a:gridCol>
                <a:gridCol w="2128158">
                  <a:extLst>
                    <a:ext uri="{9D8B030D-6E8A-4147-A177-3AD203B41FA5}">
                      <a16:colId xmlns:a16="http://schemas.microsoft.com/office/drawing/2014/main" val="3291564003"/>
                    </a:ext>
                  </a:extLst>
                </a:gridCol>
                <a:gridCol w="2128158">
                  <a:extLst>
                    <a:ext uri="{9D8B030D-6E8A-4147-A177-3AD203B41FA5}">
                      <a16:colId xmlns:a16="http://schemas.microsoft.com/office/drawing/2014/main" val="2669095107"/>
                    </a:ext>
                  </a:extLst>
                </a:gridCol>
                <a:gridCol w="2128158">
                  <a:extLst>
                    <a:ext uri="{9D8B030D-6E8A-4147-A177-3AD203B41FA5}">
                      <a16:colId xmlns:a16="http://schemas.microsoft.com/office/drawing/2014/main" val="2749193022"/>
                    </a:ext>
                  </a:extLst>
                </a:gridCol>
                <a:gridCol w="2128158">
                  <a:extLst>
                    <a:ext uri="{9D8B030D-6E8A-4147-A177-3AD203B41FA5}">
                      <a16:colId xmlns:a16="http://schemas.microsoft.com/office/drawing/2014/main" val="1925776872"/>
                    </a:ext>
                  </a:extLst>
                </a:gridCol>
              </a:tblGrid>
              <a:tr h="360000">
                <a:tc gridSpan="5">
                  <a:txBody>
                    <a:bodyPr/>
                    <a:lstStyle/>
                    <a:p>
                      <a:pPr algn="ctr"/>
                      <a:r>
                        <a:rPr lang="es-MX" sz="1400" b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COMPLEXITY MATRIX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2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Complexity Criteria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Simple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Medium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High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Very High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561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Technologies / Systems Involve 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&lt; 4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4 - 5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6 - 10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&gt; 10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5005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Technologies Required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Web/Email/Excel/SAP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Web/Email/Excel/SAP/Desktop Apps/IDM/OCR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Web/Email/Excel/SAP/Desktop Apps/IDM/OCR/Databases/Custom Scripts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Web/Email/Excel/SAP/Desktop Apps/IDM/OCR/Databases/Custom Scripts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4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Business Rules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&lt; 5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5 - 20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21 - 30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&gt; 30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18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Number of Screens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&lt; 15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15 - 30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31 - 50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&gt; 50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247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Process Steps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&lt; 10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10 - 25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25 - 40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&gt; 40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0235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Number of Exceptions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5%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5% - 10%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11% - 20%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&gt; 20%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00555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Input Data Type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Digital, </a:t>
                      </a: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structured </a:t>
                      </a: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documents, standardized data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Digital, </a:t>
                      </a: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structured and</a:t>
                      </a:r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</a:t>
                      </a: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unstructured documents, standardized  data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Digital, </a:t>
                      </a: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structured and</a:t>
                      </a:r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</a:t>
                      </a: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unstructured documents,</a:t>
                      </a:r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</a:t>
                      </a: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non-standardized</a:t>
                      </a:r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and</a:t>
                      </a: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standardized  data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Digital, </a:t>
                      </a: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structured and</a:t>
                      </a:r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</a:t>
                      </a: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unstructured documents,</a:t>
                      </a:r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</a:t>
                      </a: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non-standardized</a:t>
                      </a:r>
                      <a:r>
                        <a:rPr lang="es-MX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and</a:t>
                      </a: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 standardized  data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2654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Data activities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Copy/Paste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Retrieve and Modify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Copy/Paste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  <a:p>
                      <a:pPr algn="l"/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Retrieve and Modify</a:t>
                      </a:r>
                    </a:p>
                    <a:p>
                      <a:pPr algn="l"/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Enriched and Transform</a:t>
                      </a:r>
                    </a:p>
                    <a:p>
                      <a:pPr algn="l"/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Extract from PDF documents</a:t>
                      </a:r>
                      <a:endParaRPr lang="es-MX" sz="1000" noProof="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  <a:p>
                      <a:pPr algn="l"/>
                      <a:endParaRPr lang="en-US" sz="1000" noProof="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Copy/Paste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  <a:p>
                      <a:pPr algn="l"/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Retrieve and Modify</a:t>
                      </a:r>
                      <a:endParaRPr lang="es-MX" sz="1000" noProof="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Enriched and Transform</a:t>
                      </a:r>
                    </a:p>
                    <a:p>
                      <a:pPr algn="l"/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Extract from PDF documents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/>
                        </a:rPr>
                        <a:t>Gen AI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Copy/Paste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  <a:p>
                      <a:pPr algn="l"/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Retrieve and Modify</a:t>
                      </a:r>
                      <a:endParaRPr lang="es-MX" sz="1000" noProof="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Enriched and Transform</a:t>
                      </a:r>
                    </a:p>
                    <a:p>
                      <a:pPr algn="l"/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Extract from PDF documents</a:t>
                      </a:r>
                    </a:p>
                    <a:p>
                      <a:pPr algn="l"/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Apply NLP AI models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noProof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/>
                        </a:rPr>
                        <a:t>Gen AI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588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Process Design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The process does not require redesign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The process require minimal changes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The process requires significant changes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The process require redesign</a:t>
                      </a:r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  <a:p>
                      <a:pPr algn="l"/>
                      <a:endParaRPr lang="es-MX" sz="10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953235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6A6C75-306B-39A3-1FA7-705E44492699}"/>
              </a:ext>
            </a:extLst>
          </p:cNvPr>
          <p:cNvSpPr/>
          <p:nvPr/>
        </p:nvSpPr>
        <p:spPr>
          <a:xfrm>
            <a:off x="782862" y="6327547"/>
            <a:ext cx="10626275" cy="26718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2">
                    <a:lumMod val="50000"/>
                  </a:schemeClr>
                </a:solidFill>
                <a:latin typeface="Nunito" pitchFamily="2" charset="77"/>
              </a:rPr>
              <a:t>From the multiple dimension the one with the highest complexity will determine the bot complexity size. This complexity matrix can be adapted to your technology stack.</a:t>
            </a:r>
            <a:endParaRPr lang="es-MX" sz="1050">
              <a:solidFill>
                <a:schemeClr val="tx2">
                  <a:lumMod val="50000"/>
                </a:schemeClr>
              </a:solidFill>
              <a:latin typeface="Nunito" pitchFamily="2" charset="7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67821" y="1508760"/>
            <a:ext cx="2098158" cy="4804932"/>
          </a:xfrm>
          <a:prstGeom prst="roundRect">
            <a:avLst/>
          </a:prstGeom>
          <a:noFill/>
          <a:ln w="41275">
            <a:solidFill>
              <a:srgbClr val="4CA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42432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vplan_10weeks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55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368" y="310896"/>
            <a:ext cx="10424160" cy="566928"/>
          </a:xfrm>
        </p:spPr>
        <p:txBody>
          <a:bodyPr/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Nunito"/>
              </a:rPr>
              <a:t>Pricing Model &amp; Components – Bot Related Services Development</a:t>
            </a:r>
            <a:endParaRPr lang="en-US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61742C0A-E0E9-1977-684F-576C0F604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758576"/>
              </p:ext>
            </p:extLst>
          </p:nvPr>
        </p:nvGraphicFramePr>
        <p:xfrm>
          <a:off x="825499" y="4924167"/>
          <a:ext cx="10626276" cy="914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42092">
                  <a:extLst>
                    <a:ext uri="{9D8B030D-6E8A-4147-A177-3AD203B41FA5}">
                      <a16:colId xmlns:a16="http://schemas.microsoft.com/office/drawing/2014/main" val="2669095107"/>
                    </a:ext>
                  </a:extLst>
                </a:gridCol>
                <a:gridCol w="3542092">
                  <a:extLst>
                    <a:ext uri="{9D8B030D-6E8A-4147-A177-3AD203B41FA5}">
                      <a16:colId xmlns:a16="http://schemas.microsoft.com/office/drawing/2014/main" val="2749193022"/>
                    </a:ext>
                  </a:extLst>
                </a:gridCol>
                <a:gridCol w="3542092">
                  <a:extLst>
                    <a:ext uri="{9D8B030D-6E8A-4147-A177-3AD203B41FA5}">
                      <a16:colId xmlns:a16="http://schemas.microsoft.com/office/drawing/2014/main" val="19257768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Process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Complexity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Cost USD</a:t>
                      </a:r>
                    </a:p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(One Time)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56181"/>
                  </a:ext>
                </a:extLst>
              </a:tr>
              <a:tr h="30757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Automation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$,000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500568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34B61DA-F12E-EB66-B968-2DD5A8E9E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48329"/>
              </p:ext>
            </p:extLst>
          </p:nvPr>
        </p:nvGraphicFramePr>
        <p:xfrm>
          <a:off x="825499" y="1464273"/>
          <a:ext cx="10626275" cy="317415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96564">
                  <a:extLst>
                    <a:ext uri="{9D8B030D-6E8A-4147-A177-3AD203B41FA5}">
                      <a16:colId xmlns:a16="http://schemas.microsoft.com/office/drawing/2014/main" val="2669095107"/>
                    </a:ext>
                  </a:extLst>
                </a:gridCol>
                <a:gridCol w="6729711">
                  <a:extLst>
                    <a:ext uri="{9D8B030D-6E8A-4147-A177-3AD203B41FA5}">
                      <a16:colId xmlns:a16="http://schemas.microsoft.com/office/drawing/2014/main" val="2749193022"/>
                    </a:ext>
                  </a:extLst>
                </a:gridCol>
              </a:tblGrid>
              <a:tr h="534623">
                <a:tc gridSpan="2">
                  <a:txBody>
                    <a:bodyPr/>
                    <a:lstStyle/>
                    <a:p>
                      <a:pPr algn="ctr"/>
                      <a:r>
                        <a:rPr lang="es-MX" sz="1600" b="1">
                          <a:solidFill>
                            <a:srgbClr val="12304C"/>
                          </a:solidFill>
                          <a:latin typeface="Nunito" pitchFamily="2" charset="77"/>
                        </a:rPr>
                        <a:t>Bot Developmment Costs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125903"/>
                  </a:ext>
                </a:extLst>
              </a:tr>
              <a:tr h="501041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Complexity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Cost by Process USD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56181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Simple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/>
                        </a:rPr>
                        <a:t>$6,000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500568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Medium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/>
                        </a:rPr>
                        <a:t>$7,500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4670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High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$9,000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1842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Very High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$15,000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2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587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b="1"/>
              <a:t>FRIDA RPA Platform Cost</a:t>
            </a:r>
            <a:endParaRPr lang="en-US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34B61DA-F12E-EB66-B968-2DD5A8E9E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810938"/>
              </p:ext>
            </p:extLst>
          </p:nvPr>
        </p:nvGraphicFramePr>
        <p:xfrm>
          <a:off x="782863" y="1850035"/>
          <a:ext cx="10626274" cy="374236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89250">
                  <a:extLst>
                    <a:ext uri="{9D8B030D-6E8A-4147-A177-3AD203B41FA5}">
                      <a16:colId xmlns:a16="http://schemas.microsoft.com/office/drawing/2014/main" val="2669095107"/>
                    </a:ext>
                  </a:extLst>
                </a:gridCol>
                <a:gridCol w="1934256">
                  <a:extLst>
                    <a:ext uri="{9D8B030D-6E8A-4147-A177-3AD203B41FA5}">
                      <a16:colId xmlns:a16="http://schemas.microsoft.com/office/drawing/2014/main" val="2749193022"/>
                    </a:ext>
                  </a:extLst>
                </a:gridCol>
                <a:gridCol w="1934256">
                  <a:extLst>
                    <a:ext uri="{9D8B030D-6E8A-4147-A177-3AD203B41FA5}">
                      <a16:colId xmlns:a16="http://schemas.microsoft.com/office/drawing/2014/main" val="102331377"/>
                    </a:ext>
                  </a:extLst>
                </a:gridCol>
                <a:gridCol w="1934256">
                  <a:extLst>
                    <a:ext uri="{9D8B030D-6E8A-4147-A177-3AD203B41FA5}">
                      <a16:colId xmlns:a16="http://schemas.microsoft.com/office/drawing/2014/main" val="1633054871"/>
                    </a:ext>
                  </a:extLst>
                </a:gridCol>
                <a:gridCol w="1934256">
                  <a:extLst>
                    <a:ext uri="{9D8B030D-6E8A-4147-A177-3AD203B41FA5}">
                      <a16:colId xmlns:a16="http://schemas.microsoft.com/office/drawing/2014/main" val="3774699423"/>
                    </a:ext>
                  </a:extLst>
                </a:gridCol>
              </a:tblGrid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Complexity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Starter Pack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Intermediate Pack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Scale Pack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>
                          <a:solidFill>
                            <a:schemeClr val="bg1"/>
                          </a:solidFill>
                          <a:latin typeface="Nunito" pitchFamily="2" charset="77"/>
                        </a:rPr>
                        <a:t>Enterprise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56181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Collaborative Bot Runners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5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15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50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Unlimited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500568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/>
                        </a:rPr>
                        <a:t>Unattended Bot Runner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5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12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27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Unlimited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4670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Orchestrator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Included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Included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Included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Included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1842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AI Features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NA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MX" sz="1600" kern="1200" noProof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/>
                          <a:ea typeface="+mn-ea"/>
                          <a:cs typeface="+mn-cs"/>
                        </a:rPr>
                        <a:t>Limited</a:t>
                      </a:r>
                      <a:endParaRPr lang="es-ES" sz="1600" kern="1200" err="1">
                        <a:solidFill>
                          <a:schemeClr val="tx2">
                            <a:lumMod val="50000"/>
                          </a:schemeClr>
                        </a:solidFill>
                        <a:latin typeface="Nunito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Limited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Available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24705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Monthly Pricing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700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1,200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2,500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6,000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791993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Annnual Pricing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8,400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14,000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 pitchFamily="2" charset="77"/>
                        </a:rPr>
                        <a:t>30,000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Nunito"/>
                        </a:rPr>
                        <a:t>72,000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286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77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9117-01BA-2CC5-8A62-26770FF89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b="1"/>
              <a:t>Economic Proposal</a:t>
            </a:r>
            <a:endParaRPr lang="en-US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34B61DA-F12E-EB66-B968-2DD5A8E9E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501669"/>
              </p:ext>
            </p:extLst>
          </p:nvPr>
        </p:nvGraphicFramePr>
        <p:xfrm>
          <a:off x="825500" y="1635722"/>
          <a:ext cx="10661425" cy="26731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43886">
                  <a:extLst>
                    <a:ext uri="{9D8B030D-6E8A-4147-A177-3AD203B41FA5}">
                      <a16:colId xmlns:a16="http://schemas.microsoft.com/office/drawing/2014/main" val="2669095107"/>
                    </a:ext>
                  </a:extLst>
                </a:gridCol>
                <a:gridCol w="2372513">
                  <a:extLst>
                    <a:ext uri="{9D8B030D-6E8A-4147-A177-3AD203B41FA5}">
                      <a16:colId xmlns:a16="http://schemas.microsoft.com/office/drawing/2014/main" val="2749193022"/>
                    </a:ext>
                  </a:extLst>
                </a:gridCol>
                <a:gridCol w="2372513">
                  <a:extLst>
                    <a:ext uri="{9D8B030D-6E8A-4147-A177-3AD203B41FA5}">
                      <a16:colId xmlns:a16="http://schemas.microsoft.com/office/drawing/2014/main" val="102331377"/>
                    </a:ext>
                  </a:extLst>
                </a:gridCol>
                <a:gridCol w="2372513">
                  <a:extLst>
                    <a:ext uri="{9D8B030D-6E8A-4147-A177-3AD203B41FA5}">
                      <a16:colId xmlns:a16="http://schemas.microsoft.com/office/drawing/2014/main" val="1633054871"/>
                    </a:ext>
                  </a:extLst>
                </a:gridCol>
              </a:tblGrid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Nunito" pitchFamily="2" charset="77"/>
                        </a:rPr>
                        <a:t>Process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Nunito" pitchFamily="2" charset="77"/>
                        </a:rPr>
                        <a:t>Complexity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>
                          <a:solidFill>
                            <a:srgbClr val="FFFFFF"/>
                          </a:solidFill>
                          <a:latin typeface="Nunito" pitchFamily="2" charset="77"/>
                        </a:rPr>
                        <a:t>Cost USD (One Time)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>
                          <a:solidFill>
                            <a:srgbClr val="FFFFFF"/>
                          </a:solidFill>
                          <a:latin typeface="Nunito" pitchFamily="2" charset="77"/>
                        </a:rPr>
                        <a:t>Cost USD (Monthly)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56181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52F3D"/>
                          </a:solidFill>
                          <a:latin typeface="Nunito"/>
                        </a:rPr>
                        <a:t>Invoice Reprocessing Automation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52F3D"/>
                          </a:solidFill>
                          <a:latin typeface="Nunito"/>
                        </a:rPr>
                        <a:t>High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52F3D"/>
                          </a:solidFill>
                          <a:latin typeface="Nunito"/>
                        </a:rPr>
                        <a:t>$18,000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500568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252F3D"/>
                          </a:solidFill>
                          <a:latin typeface="Nunito" pitchFamily="2" charset="77"/>
                        </a:rPr>
                        <a:t>RPA Platform Cost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52F3D"/>
                          </a:solidFill>
                          <a:latin typeface="Nunito"/>
                        </a:rPr>
                        <a:t>$1,200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4670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252F3D"/>
                          </a:solidFill>
                          <a:latin typeface="Nunito" pitchFamily="2" charset="77"/>
                        </a:rPr>
                        <a:t>Maintenance (Optional)</a:t>
                      </a:r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600">
                        <a:solidFill>
                          <a:schemeClr val="tx2">
                            <a:lumMod val="50000"/>
                          </a:schemeClr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52F3D"/>
                          </a:solidFill>
                          <a:latin typeface="Nunito"/>
                        </a:rPr>
                        <a:t>$600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1842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Nunito" pitchFamily="2" charset="77"/>
                        </a:rPr>
                        <a:t>Total</a:t>
                      </a:r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600" b="1">
                        <a:solidFill>
                          <a:schemeClr val="bg1"/>
                        </a:solidFill>
                        <a:latin typeface="Nunito" pitchFamily="2" charset="7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Nunito"/>
                        </a:rPr>
                        <a:t>$18,000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Nunito"/>
                        </a:rPr>
                        <a:t>$1,800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24705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6CE0AD-EB8A-D987-91AE-993E61FDE327}"/>
              </a:ext>
            </a:extLst>
          </p:cNvPr>
          <p:cNvSpPr/>
          <p:nvPr/>
        </p:nvSpPr>
        <p:spPr>
          <a:xfrm>
            <a:off x="825500" y="4713079"/>
            <a:ext cx="10626275" cy="1259095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676275" indent="-225425">
              <a:lnSpc>
                <a:spcPct val="150000"/>
              </a:lnSpc>
            </a:pPr>
            <a:r>
              <a:rPr lang="en-US" sz="1400" b="1">
                <a:solidFill>
                  <a:schemeClr val="tx2">
                    <a:lumMod val="50000"/>
                  </a:schemeClr>
                </a:solidFill>
                <a:latin typeface="Nunito" pitchFamily="2" charset="77"/>
              </a:rPr>
              <a:t>Conditions</a:t>
            </a:r>
          </a:p>
          <a:p>
            <a:pPr marL="901700" indent="-2254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>
                    <a:lumMod val="50000"/>
                  </a:schemeClr>
                </a:solidFill>
                <a:latin typeface="Nunito" pitchFamily="2" charset="77"/>
              </a:rPr>
              <a:t>The prices shown do not include VAT or any other tax related to the provision of these services.</a:t>
            </a:r>
          </a:p>
          <a:p>
            <a:pPr marL="901700" indent="-2254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>
                    <a:lumMod val="50000"/>
                  </a:schemeClr>
                </a:solidFill>
                <a:latin typeface="Nunito" pitchFamily="2" charset="77"/>
              </a:rPr>
              <a:t>Prices are expressed in US dollars.</a:t>
            </a:r>
            <a:endParaRPr lang="es-MX" sz="1400">
              <a:solidFill>
                <a:schemeClr val="tx2">
                  <a:lumMod val="50000"/>
                </a:schemeClr>
              </a:solidFill>
              <a:latin typeface="Nunit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11897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5">
            <a:extLst>
              <a:ext uri="{FF2B5EF4-FFF2-40B4-BE49-F238E27FC236}">
                <a16:creationId xmlns:a16="http://schemas.microsoft.com/office/drawing/2014/main" id="{4EA15D7A-6026-524B-7229-DAE5AB934A09}"/>
              </a:ext>
            </a:extLst>
          </p:cNvPr>
          <p:cNvSpPr txBox="1"/>
          <p:nvPr/>
        </p:nvSpPr>
        <p:spPr>
          <a:xfrm>
            <a:off x="6924279" y="2954511"/>
            <a:ext cx="4601428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14"/>
              </a:lnSpc>
            </a:pPr>
            <a:r>
              <a:rPr lang="en-US" sz="6000" b="1">
                <a:solidFill>
                  <a:srgbClr val="FFFFFF"/>
                </a:solidFill>
                <a:latin typeface="Nunito" pitchFamily="2" charset="77"/>
              </a:rPr>
              <a:t>Q&amp;A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2FD094EF-C0B4-3DE7-A209-79495C079038}"/>
              </a:ext>
            </a:extLst>
          </p:cNvPr>
          <p:cNvSpPr txBox="1"/>
          <p:nvPr/>
        </p:nvSpPr>
        <p:spPr>
          <a:xfrm>
            <a:off x="9361269" y="6090189"/>
            <a:ext cx="1065953" cy="20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Nunito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510352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5">
            <a:extLst>
              <a:ext uri="{FF2B5EF4-FFF2-40B4-BE49-F238E27FC236}">
                <a16:creationId xmlns:a16="http://schemas.microsoft.com/office/drawing/2014/main" id="{4EA15D7A-6026-524B-7229-DAE5AB934A09}"/>
              </a:ext>
            </a:extLst>
          </p:cNvPr>
          <p:cNvSpPr txBox="1"/>
          <p:nvPr/>
        </p:nvSpPr>
        <p:spPr>
          <a:xfrm>
            <a:off x="6924279" y="2954511"/>
            <a:ext cx="4601428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14"/>
              </a:lnSpc>
            </a:pPr>
            <a:r>
              <a:rPr lang="en-US" sz="6000" b="1">
                <a:solidFill>
                  <a:srgbClr val="FFFFFF"/>
                </a:solidFill>
                <a:latin typeface="Nunito" pitchFamily="2" charset="77"/>
              </a:rPr>
              <a:t>Thank you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2FD094EF-C0B4-3DE7-A209-79495C079038}"/>
              </a:ext>
            </a:extLst>
          </p:cNvPr>
          <p:cNvSpPr txBox="1"/>
          <p:nvPr/>
        </p:nvSpPr>
        <p:spPr>
          <a:xfrm>
            <a:off x="9361269" y="6090189"/>
            <a:ext cx="1065953" cy="20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Nunito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45808396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">
  <a:themeElements>
    <a:clrScheme name="Softtek2023">
      <a:dk1>
        <a:srgbClr val="262628"/>
      </a:dk1>
      <a:lt1>
        <a:srgbClr val="FFFFFF"/>
      </a:lt1>
      <a:dk2>
        <a:srgbClr val="1B1B1B"/>
      </a:dk2>
      <a:lt2>
        <a:srgbClr val="E8E8E8"/>
      </a:lt2>
      <a:accent1>
        <a:srgbClr val="1A1A79"/>
      </a:accent1>
      <a:accent2>
        <a:srgbClr val="5623E2"/>
      </a:accent2>
      <a:accent3>
        <a:srgbClr val="7692FF"/>
      </a:accent3>
      <a:accent4>
        <a:srgbClr val="FF6978"/>
      </a:accent4>
      <a:accent5>
        <a:srgbClr val="70EFEA"/>
      </a:accent5>
      <a:accent6>
        <a:srgbClr val="00AAA5"/>
      </a:accent6>
      <a:hlink>
        <a:srgbClr val="3666FF"/>
      </a:hlink>
      <a:folHlink>
        <a:srgbClr val="FF3351"/>
      </a:folHlink>
    </a:clrScheme>
    <a:fontScheme name="Softtek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3373CB4-F692-CC46-BFED-E643C992C997}" vid="{3C4934E1-50CC-874B-B9A8-C95F15FF443E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951F3EBD9D94CB1C62CEBBE469D60" ma:contentTypeVersion="23" ma:contentTypeDescription="Create a new document." ma:contentTypeScope="" ma:versionID="185ac3e7d81cf5f3b5cd4f0c984c9252">
  <xsd:schema xmlns:xsd="http://www.w3.org/2001/XMLSchema" xmlns:xs="http://www.w3.org/2001/XMLSchema" xmlns:p="http://schemas.microsoft.com/office/2006/metadata/properties" xmlns:ns2="5ab305b9-3258-4fae-aa7a-52fd58444920" xmlns:ns3="6fedabf4-b1a7-4c4d-bca2-aa0f4e9be719" targetNamespace="http://schemas.microsoft.com/office/2006/metadata/properties" ma:root="true" ma:fieldsID="a1bc3b13ba7f228e8cd8a6d51df65b3f" ns2:_="" ns3:_="">
    <xsd:import namespace="5ab305b9-3258-4fae-aa7a-52fd58444920"/>
    <xsd:import namespace="6fedabf4-b1a7-4c4d-bca2-aa0f4e9be7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Location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b305b9-3258-4fae-aa7a-52fd584449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f4ed2e6d-de4a-4cf6-945c-3cfc53fe1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dabf4-b1a7-4c4d-bca2-aa0f4e9be71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7ee0b4-2905-4f6a-835e-cbadf5ede95a}" ma:internalName="TaxCatchAll" ma:showField="CatchAllData" ma:web="6fedabf4-b1a7-4c4d-bca2-aa0f4e9be7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5ab305b9-3258-4fae-aa7a-52fd58444920" xsi:nil="true"/>
    <lcf76f155ced4ddcb4097134ff3c332f xmlns="5ab305b9-3258-4fae-aa7a-52fd58444920">
      <Terms xmlns="http://schemas.microsoft.com/office/infopath/2007/PartnerControls"/>
    </lcf76f155ced4ddcb4097134ff3c332f>
    <TaxCatchAll xmlns="6fedabf4-b1a7-4c4d-bca2-aa0f4e9be71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3AA40C-7FDC-4947-8A7D-9F07D7BA5020}">
  <ds:schemaRefs>
    <ds:schemaRef ds:uri="5ab305b9-3258-4fae-aa7a-52fd58444920"/>
    <ds:schemaRef ds:uri="6fedabf4-b1a7-4c4d-bca2-aa0f4e9be7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588F825-0F84-4D54-9A01-49C6E6A2BD65}">
  <ds:schemaRefs>
    <ds:schemaRef ds:uri="5ab305b9-3258-4fae-aa7a-52fd58444920"/>
    <ds:schemaRef ds:uri="6fedabf4-b1a7-4c4d-bca2-aa0f4e9be719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959EB66-AEDF-469A-BD31-E7A4F13D1B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1093</Words>
  <Application>Microsoft Office PowerPoint</Application>
  <PresentationFormat>Widescreen</PresentationFormat>
  <Paragraphs>327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Avenir Next LT Pro</vt:lpstr>
      <vt:lpstr>Calibri</vt:lpstr>
      <vt:lpstr>Courier New</vt:lpstr>
      <vt:lpstr>Franklin Gothic Book</vt:lpstr>
      <vt:lpstr>Franklin Gothic Medium</vt:lpstr>
      <vt:lpstr>Nunito</vt:lpstr>
      <vt:lpstr>System Font Regular</vt:lpstr>
      <vt:lpstr>Wingdings</vt:lpstr>
      <vt:lpstr>Blank</vt:lpstr>
      <vt:lpstr>Cover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Natalia Kalife Dieck</dc:creator>
  <cp:lastModifiedBy>Rodrigo Gracia Medrano Flores</cp:lastModifiedBy>
  <cp:revision>2</cp:revision>
  <dcterms:created xsi:type="dcterms:W3CDTF">2023-04-14T17:21:14Z</dcterms:created>
  <dcterms:modified xsi:type="dcterms:W3CDTF">2026-04-06T23:20:36Z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0x010100C1F951F3EBD9D94CB1C62CEBBE469D60</vt:lpwstr>
  </property>
  <property fmtid="{D5CDD505-2E9C-101B-9397-08002B2CF9AE}" pid="3" name="MediaServiceImageTags">
    <vt:lpwstr/>
  </property>
</Properties>
</file>